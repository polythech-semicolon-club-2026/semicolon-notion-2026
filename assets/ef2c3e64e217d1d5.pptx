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27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4305" y="4546832"/>
            <a:ext cx="53019" cy="53019"/>
          </a:xfrm>
          <a:prstGeom prst="ellipse">
            <a:avLst/>
          </a:prstGeom>
          <a:solidFill>
            <a:srgbClr val="FFFFFF">
              <a:alpha val="33779"/>
            </a:srgbClr>
          </a:solidFill>
          <a:ln w="1270">
            <a:solidFill>
              <a:srgbClr val="FFFFFF">
                <a:alpha val="3377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027035" y="3244845"/>
            <a:ext cx="76166" cy="76166"/>
          </a:xfrm>
          <a:prstGeom prst="ellipse">
            <a:avLst/>
          </a:prstGeom>
          <a:solidFill>
            <a:srgbClr val="FFFFFF">
              <a:alpha val="27723"/>
            </a:srgbClr>
          </a:solidFill>
          <a:ln w="1270">
            <a:solidFill>
              <a:srgbClr val="FFFFFF">
                <a:alpha val="2772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704370" y="530845"/>
            <a:ext cx="29799" cy="29799"/>
          </a:xfrm>
          <a:prstGeom prst="ellipse">
            <a:avLst/>
          </a:prstGeom>
          <a:solidFill>
            <a:srgbClr val="FFFFFF">
              <a:alpha val="43955"/>
            </a:srgbClr>
          </a:solidFill>
          <a:ln w="1270">
            <a:solidFill>
              <a:srgbClr val="FFFFFF">
                <a:alpha val="439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657221" y="4443922"/>
            <a:ext cx="70061" cy="70061"/>
          </a:xfrm>
          <a:prstGeom prst="ellipse">
            <a:avLst/>
          </a:prstGeom>
          <a:solidFill>
            <a:srgbClr val="FFFFFF">
              <a:alpha val="48520"/>
            </a:srgbClr>
          </a:solidFill>
          <a:ln w="1270">
            <a:solidFill>
              <a:srgbClr val="FFFFFF">
                <a:alpha val="485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629434" y="4702673"/>
            <a:ext cx="34036" cy="34036"/>
          </a:xfrm>
          <a:prstGeom prst="ellipse">
            <a:avLst/>
          </a:prstGeom>
          <a:solidFill>
            <a:srgbClr val="FFFFFF">
              <a:alpha val="41257"/>
            </a:srgbClr>
          </a:solidFill>
          <a:ln w="1270">
            <a:solidFill>
              <a:srgbClr val="FFFFFF">
                <a:alpha val="4125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422892" y="916898"/>
            <a:ext cx="32099" cy="32099"/>
          </a:xfrm>
          <a:prstGeom prst="ellipse">
            <a:avLst/>
          </a:prstGeom>
          <a:solidFill>
            <a:srgbClr val="FFFFFF">
              <a:alpha val="28676"/>
            </a:srgbClr>
          </a:solidFill>
          <a:ln w="1270">
            <a:solidFill>
              <a:srgbClr val="FFFFFF">
                <a:alpha val="2867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46667" y="861197"/>
            <a:ext cx="40507" cy="40507"/>
          </a:xfrm>
          <a:prstGeom prst="ellipse">
            <a:avLst/>
          </a:prstGeom>
          <a:solidFill>
            <a:srgbClr val="FFFFFF">
              <a:alpha val="11677"/>
            </a:srgbClr>
          </a:solidFill>
          <a:ln w="1270">
            <a:solidFill>
              <a:srgbClr val="FFFFFF">
                <a:alpha val="116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583263" y="4191742"/>
            <a:ext cx="66218" cy="66218"/>
          </a:xfrm>
          <a:prstGeom prst="ellipse">
            <a:avLst/>
          </a:prstGeom>
          <a:solidFill>
            <a:srgbClr val="FFFFFF">
              <a:alpha val="48237"/>
            </a:srgbClr>
          </a:solidFill>
          <a:ln w="1270">
            <a:solidFill>
              <a:srgbClr val="FFFFFF">
                <a:alpha val="4823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289701" y="2817183"/>
            <a:ext cx="46222" cy="46222"/>
          </a:xfrm>
          <a:prstGeom prst="ellipse">
            <a:avLst/>
          </a:prstGeom>
          <a:solidFill>
            <a:srgbClr val="FFFFFF">
              <a:alpha val="27081"/>
            </a:srgbClr>
          </a:solidFill>
          <a:ln w="1270">
            <a:solidFill>
              <a:srgbClr val="FFFFFF">
                <a:alpha val="2708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901779" y="593865"/>
            <a:ext cx="78496" cy="78496"/>
          </a:xfrm>
          <a:prstGeom prst="ellipse">
            <a:avLst/>
          </a:prstGeom>
          <a:solidFill>
            <a:srgbClr val="FFFFFF">
              <a:alpha val="25754"/>
            </a:srgbClr>
          </a:solidFill>
          <a:ln w="1270">
            <a:solidFill>
              <a:srgbClr val="FFFFFF">
                <a:alpha val="2575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540041" y="1456189"/>
            <a:ext cx="51656" cy="51656"/>
          </a:xfrm>
          <a:prstGeom prst="ellipse">
            <a:avLst/>
          </a:prstGeom>
          <a:solidFill>
            <a:srgbClr val="FFFFFF">
              <a:alpha val="26373"/>
            </a:srgbClr>
          </a:solidFill>
          <a:ln w="1270">
            <a:solidFill>
              <a:srgbClr val="FFFFFF">
                <a:alpha val="2637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018561" y="3898537"/>
            <a:ext cx="49145" cy="49145"/>
          </a:xfrm>
          <a:prstGeom prst="ellipse">
            <a:avLst/>
          </a:prstGeom>
          <a:solidFill>
            <a:srgbClr val="FFFFFF">
              <a:alpha val="11549"/>
            </a:srgbClr>
          </a:solidFill>
          <a:ln w="1270">
            <a:solidFill>
              <a:srgbClr val="FFFFFF">
                <a:alpha val="1154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3682" y="4682906"/>
            <a:ext cx="78465" cy="78465"/>
          </a:xfrm>
          <a:prstGeom prst="ellipse">
            <a:avLst/>
          </a:prstGeom>
          <a:solidFill>
            <a:srgbClr val="FFFFFF">
              <a:alpha val="41593"/>
            </a:srgbClr>
          </a:solidFill>
          <a:ln w="1270">
            <a:solidFill>
              <a:srgbClr val="FFFFFF">
                <a:alpha val="4159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327350" y="1600899"/>
            <a:ext cx="49634" cy="49634"/>
          </a:xfrm>
          <a:prstGeom prst="ellipse">
            <a:avLst/>
          </a:prstGeom>
          <a:solidFill>
            <a:srgbClr val="FFFFFF">
              <a:alpha val="44809"/>
            </a:srgbClr>
          </a:solidFill>
          <a:ln w="1270">
            <a:solidFill>
              <a:srgbClr val="FFFFFF">
                <a:alpha val="448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10352" y="2228704"/>
            <a:ext cx="53997" cy="53997"/>
          </a:xfrm>
          <a:prstGeom prst="ellipse">
            <a:avLst/>
          </a:prstGeom>
          <a:solidFill>
            <a:srgbClr val="FFFFFF">
              <a:alpha val="14045"/>
            </a:srgbClr>
          </a:solidFill>
          <a:ln w="1270">
            <a:solidFill>
              <a:srgbClr val="FFFFFF">
                <a:alpha val="1404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47199" y="1332369"/>
            <a:ext cx="70206" cy="70206"/>
          </a:xfrm>
          <a:prstGeom prst="ellipse">
            <a:avLst/>
          </a:prstGeom>
          <a:solidFill>
            <a:srgbClr val="FFFFFF">
              <a:alpha val="35339"/>
            </a:srgbClr>
          </a:solidFill>
          <a:ln w="1270">
            <a:solidFill>
              <a:srgbClr val="FFFFFF">
                <a:alpha val="3533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848335" y="5055280"/>
            <a:ext cx="55602" cy="55602"/>
          </a:xfrm>
          <a:prstGeom prst="ellipse">
            <a:avLst/>
          </a:prstGeom>
          <a:solidFill>
            <a:srgbClr val="FFFFFF">
              <a:alpha val="47584"/>
            </a:srgbClr>
          </a:solidFill>
          <a:ln w="1270">
            <a:solidFill>
              <a:srgbClr val="FFFFFF">
                <a:alpha val="475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953701" y="2125293"/>
            <a:ext cx="74632" cy="74632"/>
          </a:xfrm>
          <a:prstGeom prst="ellipse">
            <a:avLst/>
          </a:prstGeom>
          <a:solidFill>
            <a:srgbClr val="FFFFFF">
              <a:alpha val="31136"/>
            </a:srgbClr>
          </a:solidFill>
          <a:ln w="1270">
            <a:solidFill>
              <a:srgbClr val="FFFFFF">
                <a:alpha val="311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510795" y="1036460"/>
            <a:ext cx="76914" cy="76914"/>
          </a:xfrm>
          <a:prstGeom prst="ellipse">
            <a:avLst/>
          </a:prstGeom>
          <a:solidFill>
            <a:srgbClr val="FFFFFF">
              <a:alpha val="31889"/>
            </a:srgbClr>
          </a:solidFill>
          <a:ln w="1270">
            <a:solidFill>
              <a:srgbClr val="FFFFFF">
                <a:alpha val="3188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735285" y="1858983"/>
            <a:ext cx="41310" cy="41310"/>
          </a:xfrm>
          <a:prstGeom prst="ellipse">
            <a:avLst/>
          </a:prstGeom>
          <a:solidFill>
            <a:srgbClr val="FFFFFF">
              <a:alpha val="34909"/>
            </a:srgbClr>
          </a:solidFill>
          <a:ln w="1270">
            <a:solidFill>
              <a:srgbClr val="FFFFFF">
                <a:alpha val="349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543743" y="858844"/>
            <a:ext cx="57423" cy="57423"/>
          </a:xfrm>
          <a:prstGeom prst="ellipse">
            <a:avLst/>
          </a:prstGeom>
          <a:solidFill>
            <a:srgbClr val="FFFFFF">
              <a:alpha val="19128"/>
            </a:srgbClr>
          </a:solidFill>
          <a:ln w="1270">
            <a:solidFill>
              <a:srgbClr val="FFFFFF">
                <a:alpha val="191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98666" y="647756"/>
            <a:ext cx="80956" cy="80956"/>
          </a:xfrm>
          <a:prstGeom prst="ellipse">
            <a:avLst/>
          </a:prstGeom>
          <a:solidFill>
            <a:srgbClr val="FFFFFF">
              <a:alpha val="13846"/>
            </a:srgbClr>
          </a:solidFill>
          <a:ln w="1270">
            <a:solidFill>
              <a:srgbClr val="FFFFFF">
                <a:alpha val="138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2518" y="1738583"/>
            <a:ext cx="40733" cy="40733"/>
          </a:xfrm>
          <a:prstGeom prst="ellipse">
            <a:avLst/>
          </a:prstGeom>
          <a:solidFill>
            <a:srgbClr val="FFFFFF">
              <a:alpha val="22368"/>
            </a:srgbClr>
          </a:solidFill>
          <a:ln w="1270">
            <a:solidFill>
              <a:srgbClr val="FFFFFF">
                <a:alpha val="223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32031" y="2145796"/>
            <a:ext cx="65951" cy="65951"/>
          </a:xfrm>
          <a:prstGeom prst="ellipse">
            <a:avLst/>
          </a:prstGeom>
          <a:solidFill>
            <a:srgbClr val="FFFFFF">
              <a:alpha val="23632"/>
            </a:srgbClr>
          </a:solidFill>
          <a:ln w="1270">
            <a:solidFill>
              <a:srgbClr val="FFFFFF">
                <a:alpha val="2363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187759" y="3321388"/>
            <a:ext cx="75890" cy="75890"/>
          </a:xfrm>
          <a:prstGeom prst="ellipse">
            <a:avLst/>
          </a:prstGeom>
          <a:solidFill>
            <a:srgbClr val="FFFFFF">
              <a:alpha val="37014"/>
            </a:srgbClr>
          </a:solidFill>
          <a:ln w="1270">
            <a:solidFill>
              <a:srgbClr val="FFFFFF">
                <a:alpha val="370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8163971" y="2868841"/>
            <a:ext cx="46439" cy="46439"/>
          </a:xfrm>
          <a:prstGeom prst="ellipse">
            <a:avLst/>
          </a:prstGeom>
          <a:solidFill>
            <a:srgbClr val="FFFFFF">
              <a:alpha val="18020"/>
            </a:srgbClr>
          </a:solidFill>
          <a:ln w="1270">
            <a:solidFill>
              <a:srgbClr val="FFFFFF">
                <a:alpha val="180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057612" y="4194037"/>
            <a:ext cx="47741" cy="47741"/>
          </a:xfrm>
          <a:prstGeom prst="ellipse">
            <a:avLst/>
          </a:prstGeom>
          <a:solidFill>
            <a:srgbClr val="FFFFFF">
              <a:alpha val="24253"/>
            </a:srgbClr>
          </a:solidFill>
          <a:ln w="1270">
            <a:solidFill>
              <a:srgbClr val="FFFFFF">
                <a:alpha val="242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468232" y="4015736"/>
            <a:ext cx="64872" cy="64872"/>
          </a:xfrm>
          <a:prstGeom prst="ellipse">
            <a:avLst/>
          </a:prstGeom>
          <a:solidFill>
            <a:srgbClr val="FFFFFF">
              <a:alpha val="38553"/>
            </a:srgbClr>
          </a:solidFill>
          <a:ln w="1270">
            <a:solidFill>
              <a:srgbClr val="FFFFFF">
                <a:alpha val="385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711267" y="4417780"/>
            <a:ext cx="47190" cy="47190"/>
          </a:xfrm>
          <a:prstGeom prst="ellipse">
            <a:avLst/>
          </a:prstGeom>
          <a:solidFill>
            <a:srgbClr val="FFFFFF">
              <a:alpha val="24413"/>
            </a:srgbClr>
          </a:solidFill>
          <a:ln w="1270">
            <a:solidFill>
              <a:srgbClr val="FFFFFF">
                <a:alpha val="2441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973056" y="5052261"/>
            <a:ext cx="32565" cy="32565"/>
          </a:xfrm>
          <a:prstGeom prst="ellipse">
            <a:avLst/>
          </a:prstGeom>
          <a:solidFill>
            <a:srgbClr val="FFFFFF">
              <a:alpha val="14190"/>
            </a:srgbClr>
          </a:solidFill>
          <a:ln w="1270">
            <a:solidFill>
              <a:srgbClr val="FFFFFF">
                <a:alpha val="141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053411" y="112309"/>
            <a:ext cx="80738" cy="80738"/>
          </a:xfrm>
          <a:prstGeom prst="ellipse">
            <a:avLst/>
          </a:prstGeom>
          <a:solidFill>
            <a:srgbClr val="FFFFFF">
              <a:alpha val="41039"/>
            </a:srgbClr>
          </a:solidFill>
          <a:ln w="1270">
            <a:solidFill>
              <a:srgbClr val="FFFFFF">
                <a:alpha val="4103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385588" y="2353719"/>
            <a:ext cx="68239" cy="68239"/>
          </a:xfrm>
          <a:prstGeom prst="ellipse">
            <a:avLst/>
          </a:prstGeom>
          <a:solidFill>
            <a:srgbClr val="FFFFFF">
              <a:alpha val="25408"/>
            </a:srgbClr>
          </a:solidFill>
          <a:ln w="1270">
            <a:solidFill>
              <a:srgbClr val="FFFFFF">
                <a:alpha val="2540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904523" y="3996145"/>
            <a:ext cx="49161" cy="49161"/>
          </a:xfrm>
          <a:prstGeom prst="ellipse">
            <a:avLst/>
          </a:prstGeom>
          <a:solidFill>
            <a:srgbClr val="FFFFFF">
              <a:alpha val="48532"/>
            </a:srgbClr>
          </a:solidFill>
          <a:ln w="1270">
            <a:solidFill>
              <a:srgbClr val="FFFFFF">
                <a:alpha val="4853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593879" y="4409329"/>
            <a:ext cx="62749" cy="62749"/>
          </a:xfrm>
          <a:prstGeom prst="ellipse">
            <a:avLst/>
          </a:prstGeom>
          <a:solidFill>
            <a:srgbClr val="FFFFFF">
              <a:alpha val="13209"/>
            </a:srgbClr>
          </a:solidFill>
          <a:ln w="1270">
            <a:solidFill>
              <a:srgbClr val="FFFFFF">
                <a:alpha val="132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638471" y="3919677"/>
            <a:ext cx="44924" cy="44924"/>
          </a:xfrm>
          <a:prstGeom prst="ellipse">
            <a:avLst/>
          </a:prstGeom>
          <a:solidFill>
            <a:srgbClr val="FFFFFF">
              <a:alpha val="15695"/>
            </a:srgbClr>
          </a:solidFill>
          <a:ln w="1270">
            <a:solidFill>
              <a:srgbClr val="FFFFFF">
                <a:alpha val="1569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385677" y="898685"/>
            <a:ext cx="78317" cy="78317"/>
          </a:xfrm>
          <a:prstGeom prst="ellipse">
            <a:avLst/>
          </a:prstGeom>
          <a:solidFill>
            <a:srgbClr val="FFFFFF">
              <a:alpha val="38444"/>
            </a:srgbClr>
          </a:solidFill>
          <a:ln w="1270">
            <a:solidFill>
              <a:srgbClr val="FFFFFF">
                <a:alpha val="3844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590190" y="2198581"/>
            <a:ext cx="63549" cy="63549"/>
          </a:xfrm>
          <a:prstGeom prst="ellipse">
            <a:avLst/>
          </a:prstGeom>
          <a:solidFill>
            <a:srgbClr val="FFFFFF">
              <a:alpha val="11380"/>
            </a:srgbClr>
          </a:solidFill>
          <a:ln w="1270">
            <a:solidFill>
              <a:srgbClr val="FFFFFF">
                <a:alpha val="1138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1138" y="1247238"/>
            <a:ext cx="39595" cy="39595"/>
          </a:xfrm>
          <a:prstGeom prst="ellipse">
            <a:avLst/>
          </a:prstGeom>
          <a:solidFill>
            <a:srgbClr val="FFFFFF">
              <a:alpha val="18946"/>
            </a:srgbClr>
          </a:solidFill>
          <a:ln w="1270">
            <a:solidFill>
              <a:srgbClr val="FFFFFF">
                <a:alpha val="189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799361" y="4909963"/>
            <a:ext cx="54410" cy="54410"/>
          </a:xfrm>
          <a:prstGeom prst="ellipse">
            <a:avLst/>
          </a:prstGeom>
          <a:solidFill>
            <a:srgbClr val="FFFFFF">
              <a:alpha val="14829"/>
            </a:srgbClr>
          </a:solidFill>
          <a:ln w="1270">
            <a:solidFill>
              <a:srgbClr val="FFFFFF">
                <a:alpha val="1482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973443" y="2565288"/>
            <a:ext cx="54949" cy="54949"/>
          </a:xfrm>
          <a:prstGeom prst="ellipse">
            <a:avLst/>
          </a:prstGeom>
          <a:solidFill>
            <a:srgbClr val="FFFFFF">
              <a:alpha val="23101"/>
            </a:srgbClr>
          </a:solidFill>
          <a:ln w="1270">
            <a:solidFill>
              <a:srgbClr val="FFFFFF">
                <a:alpha val="2310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2049563" y="3065513"/>
            <a:ext cx="55302" cy="55302"/>
          </a:xfrm>
          <a:prstGeom prst="ellipse">
            <a:avLst/>
          </a:prstGeom>
          <a:solidFill>
            <a:srgbClr val="FFFFFF">
              <a:alpha val="33248"/>
            </a:srgbClr>
          </a:solidFill>
          <a:ln w="1270">
            <a:solidFill>
              <a:srgbClr val="FFFFFF">
                <a:alpha val="332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2371058" y="1828703"/>
            <a:ext cx="79522" cy="79522"/>
          </a:xfrm>
          <a:prstGeom prst="ellipse">
            <a:avLst/>
          </a:prstGeom>
          <a:solidFill>
            <a:srgbClr val="FFFFFF">
              <a:alpha val="31188"/>
            </a:srgbClr>
          </a:solidFill>
          <a:ln w="1270">
            <a:solidFill>
              <a:srgbClr val="FFFFFF">
                <a:alpha val="311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8931587" y="4679508"/>
            <a:ext cx="74436" cy="74436"/>
          </a:xfrm>
          <a:prstGeom prst="ellipse">
            <a:avLst/>
          </a:prstGeom>
          <a:solidFill>
            <a:srgbClr val="FFFFFF">
              <a:alpha val="14890"/>
            </a:srgbClr>
          </a:solidFill>
          <a:ln w="1270">
            <a:solidFill>
              <a:srgbClr val="FFFFFF">
                <a:alpha val="148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721085" y="391875"/>
            <a:ext cx="44672" cy="44672"/>
          </a:xfrm>
          <a:prstGeom prst="ellipse">
            <a:avLst/>
          </a:prstGeom>
          <a:solidFill>
            <a:srgbClr val="FFFFFF">
              <a:alpha val="33825"/>
            </a:srgbClr>
          </a:solidFill>
          <a:ln w="1270">
            <a:solidFill>
              <a:srgbClr val="FFFFFF">
                <a:alpha val="3382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604503" y="3292629"/>
            <a:ext cx="65667" cy="65667"/>
          </a:xfrm>
          <a:prstGeom prst="ellipse">
            <a:avLst/>
          </a:prstGeom>
          <a:solidFill>
            <a:srgbClr val="FFFFFF">
              <a:alpha val="20743"/>
            </a:srgbClr>
          </a:solidFill>
          <a:ln w="1270">
            <a:solidFill>
              <a:srgbClr val="FFFFFF">
                <a:alpha val="2074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181416" y="1994107"/>
            <a:ext cx="49867" cy="49867"/>
          </a:xfrm>
          <a:prstGeom prst="ellipse">
            <a:avLst/>
          </a:prstGeom>
          <a:solidFill>
            <a:srgbClr val="FFFFFF">
              <a:alpha val="49433"/>
            </a:srgbClr>
          </a:solidFill>
          <a:ln w="1270">
            <a:solidFill>
              <a:srgbClr val="FFFFFF">
                <a:alpha val="4943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6591748" y="4713681"/>
            <a:ext cx="40609" cy="40609"/>
          </a:xfrm>
          <a:prstGeom prst="ellipse">
            <a:avLst/>
          </a:prstGeom>
          <a:solidFill>
            <a:srgbClr val="FFFFFF">
              <a:alpha val="25777"/>
            </a:srgbClr>
          </a:solidFill>
          <a:ln w="1270">
            <a:solidFill>
              <a:srgbClr val="FFFFFF">
                <a:alpha val="257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4215459" y="689199"/>
            <a:ext cx="46836" cy="46836"/>
          </a:xfrm>
          <a:prstGeom prst="ellipse">
            <a:avLst/>
          </a:prstGeom>
          <a:solidFill>
            <a:srgbClr val="FFFFFF">
              <a:alpha val="29805"/>
            </a:srgbClr>
          </a:solidFill>
          <a:ln w="1270">
            <a:solidFill>
              <a:srgbClr val="FFFFFF">
                <a:alpha val="2980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716070" y="2162100"/>
            <a:ext cx="74852" cy="74852"/>
          </a:xfrm>
          <a:prstGeom prst="ellipse">
            <a:avLst/>
          </a:prstGeom>
          <a:solidFill>
            <a:srgbClr val="FFFFFF">
              <a:alpha val="23053"/>
            </a:srgbClr>
          </a:solidFill>
          <a:ln w="1270">
            <a:solidFill>
              <a:srgbClr val="FFFFFF">
                <a:alpha val="230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2075703" y="2678464"/>
            <a:ext cx="27725" cy="27725"/>
          </a:xfrm>
          <a:prstGeom prst="ellipse">
            <a:avLst/>
          </a:prstGeom>
          <a:solidFill>
            <a:srgbClr val="FFFFFF">
              <a:alpha val="17257"/>
            </a:srgbClr>
          </a:solidFill>
          <a:ln w="1270">
            <a:solidFill>
              <a:srgbClr val="FFFFFF">
                <a:alpha val="1725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543557" y="1520874"/>
            <a:ext cx="58408" cy="58408"/>
          </a:xfrm>
          <a:prstGeom prst="ellipse">
            <a:avLst/>
          </a:prstGeom>
          <a:solidFill>
            <a:srgbClr val="FFFFFF">
              <a:alpha val="26995"/>
            </a:srgbClr>
          </a:solidFill>
          <a:ln w="1270">
            <a:solidFill>
              <a:srgbClr val="FFFFFF">
                <a:alpha val="2699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10350" y="1400015"/>
            <a:ext cx="42364" cy="42364"/>
          </a:xfrm>
          <a:prstGeom prst="ellipse">
            <a:avLst/>
          </a:prstGeom>
          <a:solidFill>
            <a:srgbClr val="FFFFFF">
              <a:alpha val="42118"/>
            </a:srgbClr>
          </a:solidFill>
          <a:ln w="1270">
            <a:solidFill>
              <a:srgbClr val="FFFFFF">
                <a:alpha val="4211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657004" y="1921801"/>
            <a:ext cx="63203" cy="63203"/>
          </a:xfrm>
          <a:prstGeom prst="ellipse">
            <a:avLst/>
          </a:prstGeom>
          <a:solidFill>
            <a:srgbClr val="FFFFFF">
              <a:alpha val="42490"/>
            </a:srgbClr>
          </a:solidFill>
          <a:ln w="1270">
            <a:solidFill>
              <a:srgbClr val="FFFFFF">
                <a:alpha val="424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4767040" y="4063909"/>
            <a:ext cx="63107" cy="63107"/>
          </a:xfrm>
          <a:prstGeom prst="ellipse">
            <a:avLst/>
          </a:prstGeom>
          <a:solidFill>
            <a:srgbClr val="FFFFFF">
              <a:alpha val="41754"/>
            </a:srgbClr>
          </a:solidFill>
          <a:ln w="1270">
            <a:solidFill>
              <a:srgbClr val="FFFFFF">
                <a:alpha val="4175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366398" y="985129"/>
            <a:ext cx="76483" cy="76483"/>
          </a:xfrm>
          <a:prstGeom prst="ellipse">
            <a:avLst/>
          </a:prstGeom>
          <a:solidFill>
            <a:srgbClr val="FFFFFF">
              <a:alpha val="39152"/>
            </a:srgbClr>
          </a:solidFill>
          <a:ln w="1270">
            <a:solidFill>
              <a:srgbClr val="FFFFFF">
                <a:alpha val="3915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6798841" y="4738462"/>
            <a:ext cx="63598" cy="63598"/>
          </a:xfrm>
          <a:prstGeom prst="ellipse">
            <a:avLst/>
          </a:prstGeom>
          <a:solidFill>
            <a:srgbClr val="FFFFFF">
              <a:alpha val="44359"/>
            </a:srgbClr>
          </a:solidFill>
          <a:ln w="1270">
            <a:solidFill>
              <a:srgbClr val="FFFFFF">
                <a:alpha val="4435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450510" y="2739057"/>
            <a:ext cx="29964" cy="29964"/>
          </a:xfrm>
          <a:prstGeom prst="ellipse">
            <a:avLst/>
          </a:prstGeom>
          <a:solidFill>
            <a:srgbClr val="FFFFFF">
              <a:alpha val="32098"/>
            </a:srgbClr>
          </a:solidFill>
          <a:ln w="1270">
            <a:solidFill>
              <a:srgbClr val="FFFFFF">
                <a:alpha val="320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2146143" y="403813"/>
            <a:ext cx="46781" cy="46781"/>
          </a:xfrm>
          <a:prstGeom prst="ellipse">
            <a:avLst/>
          </a:prstGeom>
          <a:solidFill>
            <a:srgbClr val="FFFFFF">
              <a:alpha val="25646"/>
            </a:srgbClr>
          </a:solidFill>
          <a:ln w="1270">
            <a:solidFill>
              <a:srgbClr val="FFFFFF">
                <a:alpha val="256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6801675" y="4896427"/>
            <a:ext cx="78083" cy="78083"/>
          </a:xfrm>
          <a:prstGeom prst="ellipse">
            <a:avLst/>
          </a:prstGeom>
          <a:solidFill>
            <a:srgbClr val="FFFFFF">
              <a:alpha val="10262"/>
            </a:srgbClr>
          </a:solidFill>
          <a:ln w="1270">
            <a:solidFill>
              <a:srgbClr val="FFFFFF">
                <a:alpha val="1026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691607" y="3630239"/>
            <a:ext cx="33925" cy="33925"/>
          </a:xfrm>
          <a:prstGeom prst="ellipse">
            <a:avLst/>
          </a:prstGeom>
          <a:solidFill>
            <a:srgbClr val="FFFFFF">
              <a:alpha val="16858"/>
            </a:srgbClr>
          </a:solidFill>
          <a:ln w="1270">
            <a:solidFill>
              <a:srgbClr val="FFFFFF">
                <a:alpha val="1685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863840" y="27432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97280" y="1005840"/>
            <a:ext cx="256032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353312" y="896112"/>
            <a:ext cx="256032" cy="109728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828800" y="822960"/>
            <a:ext cx="192024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2020824" y="740664"/>
            <a:ext cx="192024" cy="82296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2834640" y="1188720"/>
            <a:ext cx="320040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3154680" y="1051560"/>
            <a:ext cx="320040" cy="13716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5943600" y="731520"/>
            <a:ext cx="224028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6167628" y="635508"/>
            <a:ext cx="224028" cy="96012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6675120" y="914400"/>
            <a:ext cx="288036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6963156" y="790956"/>
            <a:ext cx="288036" cy="123444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0" y="1645920"/>
            <a:ext cx="9144000" cy="2286000"/>
          </a:xfrm>
          <a:prstGeom prst="rect">
            <a:avLst/>
          </a:prstGeom>
          <a:solidFill>
            <a:srgbClr val="0F2240">
              <a:alpha val="70000"/>
            </a:srgbClr>
          </a:solidFill>
          <a:ln w="6350">
            <a:solidFill>
              <a:srgbClr val="1E3E6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45720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철새의 여정</a:t>
            </a:r>
            <a:endParaRPr lang="en-US" sz="5400" dirty="0"/>
          </a:p>
        </p:txBody>
      </p:sp>
      <p:sp>
        <p:nvSpPr>
          <p:cNvPr id="75" name="Text 7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학습 챗봇 프로젝트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A8A"/>
                </a:solidFill>
              </a:rPr>
              <a:t>Gemini API  ·  철새 학습 도우미  ·  2026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0" y="4343400"/>
            <a:ext cx="2743200" cy="0"/>
          </a:xfrm>
          <a:prstGeom prst="line">
            <a:avLst/>
          </a:prstGeom>
          <a:noFill/>
          <a:ln w="6350">
            <a:solidFill>
              <a:srgbClr val="E8B8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248" y="942052"/>
            <a:ext cx="69360" cy="69360"/>
          </a:xfrm>
          <a:prstGeom prst="ellipse">
            <a:avLst/>
          </a:prstGeom>
          <a:solidFill>
            <a:srgbClr val="FFFFFF">
              <a:alpha val="37984"/>
            </a:srgbClr>
          </a:solidFill>
          <a:ln w="1270">
            <a:solidFill>
              <a:srgbClr val="FFFFFF">
                <a:alpha val="379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529866" y="3708486"/>
            <a:ext cx="68118" cy="68118"/>
          </a:xfrm>
          <a:prstGeom prst="ellipse">
            <a:avLst/>
          </a:prstGeom>
          <a:solidFill>
            <a:srgbClr val="FFFFFF">
              <a:alpha val="23585"/>
            </a:srgbClr>
          </a:solidFill>
          <a:ln w="1270">
            <a:solidFill>
              <a:srgbClr val="FFFFFF">
                <a:alpha val="2358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106336" y="622293"/>
            <a:ext cx="74620" cy="74620"/>
          </a:xfrm>
          <a:prstGeom prst="ellipse">
            <a:avLst/>
          </a:prstGeom>
          <a:solidFill>
            <a:srgbClr val="FFFFFF">
              <a:alpha val="34964"/>
            </a:srgbClr>
          </a:solidFill>
          <a:ln w="1270">
            <a:solidFill>
              <a:srgbClr val="FFFFFF">
                <a:alpha val="3496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22192" y="4066244"/>
            <a:ext cx="32857" cy="32857"/>
          </a:xfrm>
          <a:prstGeom prst="ellipse">
            <a:avLst/>
          </a:prstGeom>
          <a:solidFill>
            <a:srgbClr val="FFFFFF">
              <a:alpha val="42905"/>
            </a:srgbClr>
          </a:solidFill>
          <a:ln w="1270">
            <a:solidFill>
              <a:srgbClr val="FFFFFF">
                <a:alpha val="4290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32564" y="1255450"/>
            <a:ext cx="71002" cy="71002"/>
          </a:xfrm>
          <a:prstGeom prst="ellipse">
            <a:avLst/>
          </a:prstGeom>
          <a:solidFill>
            <a:srgbClr val="FFFFFF">
              <a:alpha val="21918"/>
            </a:srgbClr>
          </a:solidFill>
          <a:ln w="1270">
            <a:solidFill>
              <a:srgbClr val="FFFFFF">
                <a:alpha val="2191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90365" y="2324545"/>
            <a:ext cx="33528" cy="33528"/>
          </a:xfrm>
          <a:prstGeom prst="ellipse">
            <a:avLst/>
          </a:prstGeom>
          <a:solidFill>
            <a:srgbClr val="FFFFFF">
              <a:alpha val="19020"/>
            </a:srgbClr>
          </a:solidFill>
          <a:ln w="1270">
            <a:solidFill>
              <a:srgbClr val="FFFFFF">
                <a:alpha val="190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973033" y="4988537"/>
            <a:ext cx="44529" cy="44529"/>
          </a:xfrm>
          <a:prstGeom prst="ellipse">
            <a:avLst/>
          </a:prstGeom>
          <a:solidFill>
            <a:srgbClr val="FFFFFF">
              <a:alpha val="44063"/>
            </a:srgbClr>
          </a:solidFill>
          <a:ln w="1270">
            <a:solidFill>
              <a:srgbClr val="FFFFFF">
                <a:alpha val="4406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562639" y="2352057"/>
            <a:ext cx="43660" cy="43660"/>
          </a:xfrm>
          <a:prstGeom prst="ellipse">
            <a:avLst/>
          </a:prstGeom>
          <a:solidFill>
            <a:srgbClr val="FFFFFF">
              <a:alpha val="26120"/>
            </a:srgbClr>
          </a:solidFill>
          <a:ln w="1270">
            <a:solidFill>
              <a:srgbClr val="FFFFFF">
                <a:alpha val="261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145780" y="1605956"/>
            <a:ext cx="49332" cy="49332"/>
          </a:xfrm>
          <a:prstGeom prst="ellipse">
            <a:avLst/>
          </a:prstGeom>
          <a:solidFill>
            <a:srgbClr val="FFFFFF">
              <a:alpha val="45903"/>
            </a:srgbClr>
          </a:solidFill>
          <a:ln w="1270">
            <a:solidFill>
              <a:srgbClr val="FFFFFF">
                <a:alpha val="4590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790849" y="1353139"/>
            <a:ext cx="61470" cy="61470"/>
          </a:xfrm>
          <a:prstGeom prst="ellipse">
            <a:avLst/>
          </a:prstGeom>
          <a:solidFill>
            <a:srgbClr val="FFFFFF">
              <a:alpha val="16071"/>
            </a:srgbClr>
          </a:solidFill>
          <a:ln w="1270">
            <a:solidFill>
              <a:srgbClr val="FFFFFF">
                <a:alpha val="1607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110853" y="2623428"/>
            <a:ext cx="41232" cy="41232"/>
          </a:xfrm>
          <a:prstGeom prst="ellipse">
            <a:avLst/>
          </a:prstGeom>
          <a:solidFill>
            <a:srgbClr val="FFFFFF">
              <a:alpha val="34015"/>
            </a:srgbClr>
          </a:solidFill>
          <a:ln w="1270">
            <a:solidFill>
              <a:srgbClr val="FFFFFF">
                <a:alpha val="3401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87668" y="3064058"/>
            <a:ext cx="40175" cy="40175"/>
          </a:xfrm>
          <a:prstGeom prst="ellipse">
            <a:avLst/>
          </a:prstGeom>
          <a:solidFill>
            <a:srgbClr val="FFFFFF">
              <a:alpha val="39911"/>
            </a:srgbClr>
          </a:solidFill>
          <a:ln w="1270">
            <a:solidFill>
              <a:srgbClr val="FFFFFF">
                <a:alpha val="3991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66275" y="4280345"/>
            <a:ext cx="75980" cy="75980"/>
          </a:xfrm>
          <a:prstGeom prst="ellipse">
            <a:avLst/>
          </a:prstGeom>
          <a:solidFill>
            <a:srgbClr val="FFFFFF">
              <a:alpha val="12133"/>
            </a:srgbClr>
          </a:solidFill>
          <a:ln w="1270">
            <a:solidFill>
              <a:srgbClr val="FFFFFF">
                <a:alpha val="1213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736228" y="2643001"/>
            <a:ext cx="40193" cy="40193"/>
          </a:xfrm>
          <a:prstGeom prst="ellipse">
            <a:avLst/>
          </a:prstGeom>
          <a:solidFill>
            <a:srgbClr val="FFFFFF">
              <a:alpha val="11846"/>
            </a:srgbClr>
          </a:solidFill>
          <a:ln w="1270">
            <a:solidFill>
              <a:srgbClr val="FFFFFF">
                <a:alpha val="118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459906" y="2038091"/>
            <a:ext cx="45931" cy="45931"/>
          </a:xfrm>
          <a:prstGeom prst="ellipse">
            <a:avLst/>
          </a:prstGeom>
          <a:solidFill>
            <a:srgbClr val="FFFFFF">
              <a:alpha val="21990"/>
            </a:srgbClr>
          </a:solidFill>
          <a:ln w="1270">
            <a:solidFill>
              <a:srgbClr val="FFFFFF">
                <a:alpha val="219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5129" y="4893679"/>
            <a:ext cx="78992" cy="78992"/>
          </a:xfrm>
          <a:prstGeom prst="ellipse">
            <a:avLst/>
          </a:prstGeom>
          <a:solidFill>
            <a:srgbClr val="FFFFFF">
              <a:alpha val="38487"/>
            </a:srgbClr>
          </a:solidFill>
          <a:ln w="1270">
            <a:solidFill>
              <a:srgbClr val="FFFFFF">
                <a:alpha val="3848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739807" y="2364898"/>
            <a:ext cx="52273" cy="52273"/>
          </a:xfrm>
          <a:prstGeom prst="ellipse">
            <a:avLst/>
          </a:prstGeom>
          <a:solidFill>
            <a:srgbClr val="FFFFFF">
              <a:alpha val="48954"/>
            </a:srgbClr>
          </a:solidFill>
          <a:ln w="1270">
            <a:solidFill>
              <a:srgbClr val="FFFFFF">
                <a:alpha val="4895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642197" y="3855734"/>
            <a:ext cx="78291" cy="78291"/>
          </a:xfrm>
          <a:prstGeom prst="ellipse">
            <a:avLst/>
          </a:prstGeom>
          <a:solidFill>
            <a:srgbClr val="FFFFFF">
              <a:alpha val="18835"/>
            </a:srgbClr>
          </a:solidFill>
          <a:ln w="1270">
            <a:solidFill>
              <a:srgbClr val="FFFFFF">
                <a:alpha val="1883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68866" y="4133275"/>
            <a:ext cx="76107" cy="76107"/>
          </a:xfrm>
          <a:prstGeom prst="ellipse">
            <a:avLst/>
          </a:prstGeom>
          <a:solidFill>
            <a:srgbClr val="FFFFFF">
              <a:alpha val="44453"/>
            </a:srgbClr>
          </a:solidFill>
          <a:ln w="1270">
            <a:solidFill>
              <a:srgbClr val="FFFFFF">
                <a:alpha val="444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2133336" y="288398"/>
            <a:ext cx="48051" cy="48051"/>
          </a:xfrm>
          <a:prstGeom prst="ellipse">
            <a:avLst/>
          </a:prstGeom>
          <a:solidFill>
            <a:srgbClr val="FFFFFF">
              <a:alpha val="44875"/>
            </a:srgbClr>
          </a:solidFill>
          <a:ln w="1270">
            <a:solidFill>
              <a:srgbClr val="FFFFFF">
                <a:alpha val="4487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037225" y="3956699"/>
            <a:ext cx="56544" cy="56544"/>
          </a:xfrm>
          <a:prstGeom prst="ellipse">
            <a:avLst/>
          </a:prstGeom>
          <a:solidFill>
            <a:srgbClr val="FFFFFF">
              <a:alpha val="15054"/>
            </a:srgbClr>
          </a:solidFill>
          <a:ln w="1270">
            <a:solidFill>
              <a:srgbClr val="FFFFFF">
                <a:alpha val="1505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446492" y="4130134"/>
            <a:ext cx="34012" cy="34012"/>
          </a:xfrm>
          <a:prstGeom prst="ellipse">
            <a:avLst/>
          </a:prstGeom>
          <a:solidFill>
            <a:srgbClr val="FFFFFF">
              <a:alpha val="18712"/>
            </a:srgbClr>
          </a:solidFill>
          <a:ln w="1270">
            <a:solidFill>
              <a:srgbClr val="FFFFFF">
                <a:alpha val="1871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85079" y="3756936"/>
            <a:ext cx="74320" cy="74320"/>
          </a:xfrm>
          <a:prstGeom prst="ellipse">
            <a:avLst/>
          </a:prstGeom>
          <a:solidFill>
            <a:srgbClr val="FFFFFF">
              <a:alpha val="27977"/>
            </a:srgbClr>
          </a:solidFill>
          <a:ln w="1270">
            <a:solidFill>
              <a:srgbClr val="FFFFFF">
                <a:alpha val="279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38208" y="3051637"/>
            <a:ext cx="61188" cy="61188"/>
          </a:xfrm>
          <a:prstGeom prst="ellipse">
            <a:avLst/>
          </a:prstGeom>
          <a:solidFill>
            <a:srgbClr val="FFFFFF">
              <a:alpha val="42948"/>
            </a:srgbClr>
          </a:solidFill>
          <a:ln w="1270">
            <a:solidFill>
              <a:srgbClr val="FFFFFF">
                <a:alpha val="429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953725" y="2685769"/>
            <a:ext cx="30930" cy="30930"/>
          </a:xfrm>
          <a:prstGeom prst="ellipse">
            <a:avLst/>
          </a:prstGeom>
          <a:solidFill>
            <a:srgbClr val="FFFFFF">
              <a:alpha val="31156"/>
            </a:srgbClr>
          </a:solidFill>
          <a:ln w="1270">
            <a:solidFill>
              <a:srgbClr val="FFFFFF">
                <a:alpha val="3115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859211" y="3612948"/>
            <a:ext cx="80632" cy="80632"/>
          </a:xfrm>
          <a:prstGeom prst="ellipse">
            <a:avLst/>
          </a:prstGeom>
          <a:solidFill>
            <a:srgbClr val="FFFFFF">
              <a:alpha val="23660"/>
            </a:srgbClr>
          </a:solidFill>
          <a:ln w="1270">
            <a:solidFill>
              <a:srgbClr val="FFFFFF">
                <a:alpha val="2366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40663" y="2488214"/>
            <a:ext cx="71267" cy="71267"/>
          </a:xfrm>
          <a:prstGeom prst="ellipse">
            <a:avLst/>
          </a:prstGeom>
          <a:solidFill>
            <a:srgbClr val="FFFFFF">
              <a:alpha val="15763"/>
            </a:srgbClr>
          </a:solidFill>
          <a:ln w="1270">
            <a:solidFill>
              <a:srgbClr val="FFFFFF">
                <a:alpha val="1576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526970" y="173865"/>
            <a:ext cx="51311" cy="51311"/>
          </a:xfrm>
          <a:prstGeom prst="ellipse">
            <a:avLst/>
          </a:prstGeom>
          <a:solidFill>
            <a:srgbClr val="FFFFFF">
              <a:alpha val="21946"/>
            </a:srgbClr>
          </a:solidFill>
          <a:ln w="1270">
            <a:solidFill>
              <a:srgbClr val="FFFFFF">
                <a:alpha val="219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27896" y="3542411"/>
            <a:ext cx="28908" cy="28908"/>
          </a:xfrm>
          <a:prstGeom prst="ellipse">
            <a:avLst/>
          </a:prstGeom>
          <a:solidFill>
            <a:srgbClr val="FFFFFF">
              <a:alpha val="28772"/>
            </a:srgbClr>
          </a:solidFill>
          <a:ln w="1270">
            <a:solidFill>
              <a:srgbClr val="FFFFFF">
                <a:alpha val="2877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253930" y="4771126"/>
            <a:ext cx="66272" cy="66272"/>
          </a:xfrm>
          <a:prstGeom prst="ellipse">
            <a:avLst/>
          </a:prstGeom>
          <a:solidFill>
            <a:srgbClr val="FFFFFF">
              <a:alpha val="17688"/>
            </a:srgbClr>
          </a:solidFill>
          <a:ln w="1270">
            <a:solidFill>
              <a:srgbClr val="FFFFFF">
                <a:alpha val="176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046720" y="22860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TABLE OF CONTENTS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발표 순서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1371600"/>
            <a:ext cx="438912" cy="438912"/>
          </a:xfrm>
          <a:prstGeom prst="ellipse">
            <a:avLst/>
          </a:prstGeom>
          <a:solidFill>
            <a:srgbClr val="132B5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</a:rPr>
              <a:t>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</a:rPr>
              <a:t>프로젝트 개요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51560" y="1627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</a:rPr>
              <a:t>무엇을 만들었나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1892808"/>
            <a:ext cx="8229600" cy="0"/>
          </a:xfrm>
          <a:prstGeom prst="line">
            <a:avLst/>
          </a:prstGeom>
          <a:noFill/>
          <a:ln w="3810">
            <a:solidFill>
              <a:srgbClr val="1E3E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457200" y="2084832"/>
            <a:ext cx="438912" cy="438912"/>
          </a:xfrm>
          <a:prstGeom prst="ellipse">
            <a:avLst/>
          </a:prstGeom>
          <a:solidFill>
            <a:srgbClr val="132B5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" y="2039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</a:rPr>
              <a:t>주요 기능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" y="2340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</a:rPr>
              <a:t>챗봇의 핵심 기능 소개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3810">
            <a:solidFill>
              <a:srgbClr val="1E3E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57200" y="2798064"/>
            <a:ext cx="438912" cy="438912"/>
          </a:xfrm>
          <a:prstGeom prst="ellipse">
            <a:avLst/>
          </a:prstGeom>
          <a:solidFill>
            <a:srgbClr val="132B5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57200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</a:rPr>
              <a:t>03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" y="27523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</a:rPr>
              <a:t>기술 스택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051560" y="3054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</a:rPr>
              <a:t>Gemini API · HTML · CSS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3319272"/>
            <a:ext cx="8229600" cy="0"/>
          </a:xfrm>
          <a:prstGeom prst="line">
            <a:avLst/>
          </a:prstGeom>
          <a:noFill/>
          <a:ln w="3810">
            <a:solidFill>
              <a:srgbClr val="1E3E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57200" y="3511296"/>
            <a:ext cx="438912" cy="438912"/>
          </a:xfrm>
          <a:prstGeom prst="ellipse">
            <a:avLst/>
          </a:prstGeom>
          <a:solidFill>
            <a:srgbClr val="132B5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45720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</a:rPr>
              <a:t>04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51560" y="34655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</a:rPr>
              <a:t>제작 과정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51560" y="37673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</a:rPr>
              <a:t>설계 → 구현 → 디버깅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4032504"/>
            <a:ext cx="8229600" cy="0"/>
          </a:xfrm>
          <a:prstGeom prst="line">
            <a:avLst/>
          </a:prstGeom>
          <a:noFill/>
          <a:ln w="3810">
            <a:solidFill>
              <a:srgbClr val="1E3E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457200" y="4224528"/>
            <a:ext cx="438912" cy="438912"/>
          </a:xfrm>
          <a:prstGeom prst="ellipse">
            <a:avLst/>
          </a:prstGeom>
          <a:solidFill>
            <a:srgbClr val="132B50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45720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84B"/>
                </a:solidFill>
              </a:rPr>
              <a:t>05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51560" y="4178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</a:rPr>
              <a:t>시연 &amp; 결론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1051560" y="44805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BB"/>
                </a:solidFill>
              </a:rPr>
              <a:t>직접 사용해보기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57200" y="4745736"/>
            <a:ext cx="8229600" cy="0"/>
          </a:xfrm>
          <a:prstGeom prst="line">
            <a:avLst/>
          </a:prstGeom>
          <a:noFill/>
          <a:ln w="3810">
            <a:solidFill>
              <a:srgbClr val="1E3E6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858000" y="1645920"/>
            <a:ext cx="384048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7242048" y="1481328"/>
            <a:ext cx="384048" cy="164592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7498080" y="2286000"/>
            <a:ext cx="256032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7754112" y="2176272"/>
            <a:ext cx="256032" cy="109728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400800" y="2926080"/>
            <a:ext cx="320040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720840" y="2788920"/>
            <a:ext cx="320040" cy="13716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46833" y="3218896"/>
            <a:ext cx="43643" cy="43643"/>
          </a:xfrm>
          <a:prstGeom prst="ellipse">
            <a:avLst/>
          </a:prstGeom>
          <a:solidFill>
            <a:srgbClr val="FFFFFF">
              <a:alpha val="16300"/>
            </a:srgbClr>
          </a:solidFill>
          <a:ln w="1270">
            <a:solidFill>
              <a:srgbClr val="FFFFFF">
                <a:alpha val="163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605515" y="3249160"/>
            <a:ext cx="81483" cy="81483"/>
          </a:xfrm>
          <a:prstGeom prst="ellipse">
            <a:avLst/>
          </a:prstGeom>
          <a:solidFill>
            <a:srgbClr val="FFFFFF">
              <a:alpha val="17238"/>
            </a:srgbClr>
          </a:solidFill>
          <a:ln w="1270">
            <a:solidFill>
              <a:srgbClr val="FFFFFF">
                <a:alpha val="1723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553179" y="1110796"/>
            <a:ext cx="32370" cy="32370"/>
          </a:xfrm>
          <a:prstGeom prst="ellipse">
            <a:avLst/>
          </a:prstGeom>
          <a:solidFill>
            <a:srgbClr val="FFFFFF">
              <a:alpha val="36220"/>
            </a:srgbClr>
          </a:solidFill>
          <a:ln w="1270">
            <a:solidFill>
              <a:srgbClr val="FFFFFF">
                <a:alpha val="362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421902" y="4098370"/>
            <a:ext cx="62645" cy="62645"/>
          </a:xfrm>
          <a:prstGeom prst="ellipse">
            <a:avLst/>
          </a:prstGeom>
          <a:solidFill>
            <a:srgbClr val="FFFFFF">
              <a:alpha val="49449"/>
            </a:srgbClr>
          </a:solidFill>
          <a:ln w="1270">
            <a:solidFill>
              <a:srgbClr val="FFFFFF">
                <a:alpha val="4944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195148" y="3704482"/>
            <a:ext cx="45775" cy="45775"/>
          </a:xfrm>
          <a:prstGeom prst="ellipse">
            <a:avLst/>
          </a:prstGeom>
          <a:solidFill>
            <a:srgbClr val="FFFFFF">
              <a:alpha val="16660"/>
            </a:srgbClr>
          </a:solidFill>
          <a:ln w="1270">
            <a:solidFill>
              <a:srgbClr val="FFFFFF">
                <a:alpha val="1666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98373" y="1456382"/>
            <a:ext cx="44094" cy="44094"/>
          </a:xfrm>
          <a:prstGeom prst="ellipse">
            <a:avLst/>
          </a:prstGeom>
          <a:solidFill>
            <a:srgbClr val="FFFFFF">
              <a:alpha val="26704"/>
            </a:srgbClr>
          </a:solidFill>
          <a:ln w="1270">
            <a:solidFill>
              <a:srgbClr val="FFFFFF">
                <a:alpha val="2670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811871" y="4978776"/>
            <a:ext cx="46279" cy="46279"/>
          </a:xfrm>
          <a:prstGeom prst="ellipse">
            <a:avLst/>
          </a:prstGeom>
          <a:solidFill>
            <a:srgbClr val="FFFFFF">
              <a:alpha val="49966"/>
            </a:srgbClr>
          </a:solidFill>
          <a:ln w="1270">
            <a:solidFill>
              <a:srgbClr val="FFFFFF">
                <a:alpha val="4996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446570" y="4131839"/>
            <a:ext cx="29426" cy="29426"/>
          </a:xfrm>
          <a:prstGeom prst="ellipse">
            <a:avLst/>
          </a:prstGeom>
          <a:solidFill>
            <a:srgbClr val="FFFFFF">
              <a:alpha val="43122"/>
            </a:srgbClr>
          </a:solidFill>
          <a:ln w="1270">
            <a:solidFill>
              <a:srgbClr val="FFFFFF">
                <a:alpha val="4312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126320" y="886081"/>
            <a:ext cx="70557" cy="70557"/>
          </a:xfrm>
          <a:prstGeom prst="ellipse">
            <a:avLst/>
          </a:prstGeom>
          <a:solidFill>
            <a:srgbClr val="FFFFFF">
              <a:alpha val="31179"/>
            </a:srgbClr>
          </a:solidFill>
          <a:ln w="1270">
            <a:solidFill>
              <a:srgbClr val="FFFFFF">
                <a:alpha val="3117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209347" y="4252422"/>
            <a:ext cx="65177" cy="65177"/>
          </a:xfrm>
          <a:prstGeom prst="ellipse">
            <a:avLst/>
          </a:prstGeom>
          <a:solidFill>
            <a:srgbClr val="FFFFFF">
              <a:alpha val="44515"/>
            </a:srgbClr>
          </a:solidFill>
          <a:ln w="1270">
            <a:solidFill>
              <a:srgbClr val="FFFFFF">
                <a:alpha val="4451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804042" y="864758"/>
            <a:ext cx="66912" cy="66912"/>
          </a:xfrm>
          <a:prstGeom prst="ellipse">
            <a:avLst/>
          </a:prstGeom>
          <a:solidFill>
            <a:srgbClr val="FFFFFF">
              <a:alpha val="32483"/>
            </a:srgbClr>
          </a:solidFill>
          <a:ln w="1270">
            <a:solidFill>
              <a:srgbClr val="FFFFFF">
                <a:alpha val="3248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14561" y="1771664"/>
            <a:ext cx="35804" cy="35804"/>
          </a:xfrm>
          <a:prstGeom prst="ellipse">
            <a:avLst/>
          </a:prstGeom>
          <a:solidFill>
            <a:srgbClr val="FFFFFF">
              <a:alpha val="37121"/>
            </a:srgbClr>
          </a:solidFill>
          <a:ln w="1270">
            <a:solidFill>
              <a:srgbClr val="FFFFFF">
                <a:alpha val="3712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91869" y="3952071"/>
            <a:ext cx="59853" cy="59853"/>
          </a:xfrm>
          <a:prstGeom prst="ellipse">
            <a:avLst/>
          </a:prstGeom>
          <a:solidFill>
            <a:srgbClr val="FFFFFF">
              <a:alpha val="40998"/>
            </a:srgbClr>
          </a:solidFill>
          <a:ln w="1270">
            <a:solidFill>
              <a:srgbClr val="FFFFFF">
                <a:alpha val="409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51764" y="2769086"/>
            <a:ext cx="61540" cy="61540"/>
          </a:xfrm>
          <a:prstGeom prst="ellipse">
            <a:avLst/>
          </a:prstGeom>
          <a:solidFill>
            <a:srgbClr val="FFFFFF">
              <a:alpha val="20321"/>
            </a:srgbClr>
          </a:solidFill>
          <a:ln w="1270">
            <a:solidFill>
              <a:srgbClr val="FFFFFF">
                <a:alpha val="2032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299069" y="1527272"/>
            <a:ext cx="48253" cy="48253"/>
          </a:xfrm>
          <a:prstGeom prst="ellipse">
            <a:avLst/>
          </a:prstGeom>
          <a:solidFill>
            <a:srgbClr val="FFFFFF">
              <a:alpha val="49432"/>
            </a:srgbClr>
          </a:solidFill>
          <a:ln w="1270">
            <a:solidFill>
              <a:srgbClr val="FFFFFF">
                <a:alpha val="4943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930752" y="3716491"/>
            <a:ext cx="32887" cy="32887"/>
          </a:xfrm>
          <a:prstGeom prst="ellipse">
            <a:avLst/>
          </a:prstGeom>
          <a:solidFill>
            <a:srgbClr val="FFFFFF">
              <a:alpha val="41450"/>
            </a:srgbClr>
          </a:solidFill>
          <a:ln w="1270">
            <a:solidFill>
              <a:srgbClr val="FFFFFF">
                <a:alpha val="4145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861390" y="1708316"/>
            <a:ext cx="45156" cy="45156"/>
          </a:xfrm>
          <a:prstGeom prst="ellipse">
            <a:avLst/>
          </a:prstGeom>
          <a:solidFill>
            <a:srgbClr val="FFFFFF">
              <a:alpha val="45515"/>
            </a:srgbClr>
          </a:solidFill>
          <a:ln w="1270">
            <a:solidFill>
              <a:srgbClr val="FFFFFF">
                <a:alpha val="4551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287024" y="3832061"/>
            <a:ext cx="44166" cy="44166"/>
          </a:xfrm>
          <a:prstGeom prst="ellipse">
            <a:avLst/>
          </a:prstGeom>
          <a:solidFill>
            <a:srgbClr val="FFFFFF">
              <a:alpha val="38445"/>
            </a:srgbClr>
          </a:solidFill>
          <a:ln w="1270">
            <a:solidFill>
              <a:srgbClr val="FFFFFF">
                <a:alpha val="3844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486277" y="2441502"/>
            <a:ext cx="64372" cy="64372"/>
          </a:xfrm>
          <a:prstGeom prst="ellipse">
            <a:avLst/>
          </a:prstGeom>
          <a:solidFill>
            <a:srgbClr val="FFFFFF">
              <a:alpha val="43546"/>
            </a:srgbClr>
          </a:solidFill>
          <a:ln w="1270">
            <a:solidFill>
              <a:srgbClr val="FFFFFF">
                <a:alpha val="435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32589" y="4368120"/>
            <a:ext cx="41391" cy="41391"/>
          </a:xfrm>
          <a:prstGeom prst="ellipse">
            <a:avLst/>
          </a:prstGeom>
          <a:solidFill>
            <a:srgbClr val="FFFFFF">
              <a:alpha val="20032"/>
            </a:srgbClr>
          </a:solidFill>
          <a:ln w="1270">
            <a:solidFill>
              <a:srgbClr val="FFFFFF">
                <a:alpha val="2003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7190041" y="4388101"/>
            <a:ext cx="57968" cy="57968"/>
          </a:xfrm>
          <a:prstGeom prst="ellipse">
            <a:avLst/>
          </a:prstGeom>
          <a:solidFill>
            <a:srgbClr val="FFFFFF">
              <a:alpha val="32977"/>
            </a:srgbClr>
          </a:solidFill>
          <a:ln w="1270">
            <a:solidFill>
              <a:srgbClr val="FFFFFF">
                <a:alpha val="329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117338" y="4740763"/>
            <a:ext cx="34758" cy="34758"/>
          </a:xfrm>
          <a:prstGeom prst="ellipse">
            <a:avLst/>
          </a:prstGeom>
          <a:solidFill>
            <a:srgbClr val="FFFFFF">
              <a:alpha val="19520"/>
            </a:srgbClr>
          </a:solidFill>
          <a:ln w="1270">
            <a:solidFill>
              <a:srgbClr val="FFFFFF">
                <a:alpha val="1952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188722" y="1956176"/>
            <a:ext cx="39878" cy="39878"/>
          </a:xfrm>
          <a:prstGeom prst="ellipse">
            <a:avLst/>
          </a:prstGeom>
          <a:solidFill>
            <a:srgbClr val="FFFFFF">
              <a:alpha val="46974"/>
            </a:srgbClr>
          </a:solidFill>
          <a:ln w="1270">
            <a:solidFill>
              <a:srgbClr val="FFFFFF">
                <a:alpha val="4697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148760" y="2946858"/>
            <a:ext cx="43221" cy="43221"/>
          </a:xfrm>
          <a:prstGeom prst="ellipse">
            <a:avLst/>
          </a:prstGeom>
          <a:solidFill>
            <a:srgbClr val="FFFFFF">
              <a:alpha val="26794"/>
            </a:srgbClr>
          </a:solidFill>
          <a:ln w="1270">
            <a:solidFill>
              <a:srgbClr val="FFFFFF">
                <a:alpha val="2679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904545" y="354865"/>
            <a:ext cx="42461" cy="42461"/>
          </a:xfrm>
          <a:prstGeom prst="ellipse">
            <a:avLst/>
          </a:prstGeom>
          <a:solidFill>
            <a:srgbClr val="FFFFFF">
              <a:alpha val="43289"/>
            </a:srgbClr>
          </a:solidFill>
          <a:ln w="1270">
            <a:solidFill>
              <a:srgbClr val="FFFFFF">
                <a:alpha val="4328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19622" y="4810484"/>
            <a:ext cx="67159" cy="67159"/>
          </a:xfrm>
          <a:prstGeom prst="ellipse">
            <a:avLst/>
          </a:prstGeom>
          <a:solidFill>
            <a:srgbClr val="FFFFFF">
              <a:alpha val="14546"/>
            </a:srgbClr>
          </a:solidFill>
          <a:ln w="1270">
            <a:solidFill>
              <a:srgbClr val="FFFFFF">
                <a:alpha val="145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88742" y="4396493"/>
            <a:ext cx="80099" cy="80099"/>
          </a:xfrm>
          <a:prstGeom prst="ellipse">
            <a:avLst/>
          </a:prstGeom>
          <a:solidFill>
            <a:srgbClr val="FFFFFF">
              <a:alpha val="17921"/>
            </a:srgbClr>
          </a:solidFill>
          <a:ln w="1270">
            <a:solidFill>
              <a:srgbClr val="FFFFFF">
                <a:alpha val="1792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9032588" y="1542173"/>
            <a:ext cx="28304" cy="28304"/>
          </a:xfrm>
          <a:prstGeom prst="ellipse">
            <a:avLst/>
          </a:prstGeom>
          <a:solidFill>
            <a:srgbClr val="FFFFFF">
              <a:alpha val="13590"/>
            </a:srgbClr>
          </a:solidFill>
          <a:ln w="1270">
            <a:solidFill>
              <a:srgbClr val="FFFFFF">
                <a:alpha val="135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40707" y="1714414"/>
            <a:ext cx="76397" cy="76397"/>
          </a:xfrm>
          <a:prstGeom prst="ellipse">
            <a:avLst/>
          </a:prstGeom>
          <a:solidFill>
            <a:srgbClr val="FFFFFF">
              <a:alpha val="45836"/>
            </a:srgbClr>
          </a:solidFill>
          <a:ln w="1270">
            <a:solidFill>
              <a:srgbClr val="FFFFFF">
                <a:alpha val="458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778076" y="4254905"/>
            <a:ext cx="66347" cy="66347"/>
          </a:xfrm>
          <a:prstGeom prst="ellipse">
            <a:avLst/>
          </a:prstGeom>
          <a:solidFill>
            <a:srgbClr val="FFFFFF">
              <a:alpha val="32030"/>
            </a:srgbClr>
          </a:solidFill>
          <a:ln w="1270">
            <a:solidFill>
              <a:srgbClr val="FFFFFF">
                <a:alpha val="3203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340222" y="2276413"/>
            <a:ext cx="57039" cy="57039"/>
          </a:xfrm>
          <a:prstGeom prst="ellipse">
            <a:avLst/>
          </a:prstGeom>
          <a:solidFill>
            <a:srgbClr val="FFFFFF">
              <a:alpha val="22623"/>
            </a:srgbClr>
          </a:solidFill>
          <a:ln w="1270">
            <a:solidFill>
              <a:srgbClr val="FFFFFF">
                <a:alpha val="2262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435926" y="1010534"/>
            <a:ext cx="64322" cy="64322"/>
          </a:xfrm>
          <a:prstGeom prst="ellipse">
            <a:avLst/>
          </a:prstGeom>
          <a:solidFill>
            <a:srgbClr val="FFFFFF">
              <a:alpha val="23009"/>
            </a:srgbClr>
          </a:solidFill>
          <a:ln w="1270">
            <a:solidFill>
              <a:srgbClr val="FFFFFF">
                <a:alpha val="230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1800625" y="3285018"/>
            <a:ext cx="65075" cy="65075"/>
          </a:xfrm>
          <a:prstGeom prst="ellipse">
            <a:avLst/>
          </a:prstGeom>
          <a:solidFill>
            <a:srgbClr val="FFFFFF">
              <a:alpha val="47529"/>
            </a:srgbClr>
          </a:solidFill>
          <a:ln w="1270">
            <a:solidFill>
              <a:srgbClr val="FFFFFF">
                <a:alpha val="4752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376348" y="2405127"/>
            <a:ext cx="81617" cy="81617"/>
          </a:xfrm>
          <a:prstGeom prst="ellipse">
            <a:avLst/>
          </a:prstGeom>
          <a:solidFill>
            <a:srgbClr val="FFFFFF">
              <a:alpha val="18911"/>
            </a:srgbClr>
          </a:solidFill>
          <a:ln w="1270">
            <a:solidFill>
              <a:srgbClr val="FFFFFF">
                <a:alpha val="1891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602387" y="1422935"/>
            <a:ext cx="80318" cy="80318"/>
          </a:xfrm>
          <a:prstGeom prst="ellipse">
            <a:avLst/>
          </a:prstGeom>
          <a:solidFill>
            <a:srgbClr val="FFFFFF">
              <a:alpha val="34588"/>
            </a:srgbClr>
          </a:solidFill>
          <a:ln w="1270">
            <a:solidFill>
              <a:srgbClr val="FFFFFF">
                <a:alpha val="345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01  PROJECT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457200" y="1234440"/>
            <a:ext cx="5303520" cy="320040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40080" y="1417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B84B"/>
                </a:solidFill>
              </a:rPr>
              <a:t>🦅  철새의 여정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40080" y="19202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E8D8"/>
                </a:solidFill>
              </a:rPr>
              <a:t>철새(migratory birds)를 주제로 한
AI 학습 도우미 챗봇입니다.
사용자가 철새의 종류, 이동 경로,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E8D8"/>
                </a:solidFill>
              </a:rPr>
              <a:t>생태, 관찰 명소 등을 질문하면</a:t>
            </a:r>
            <a:endParaRPr lang="en-US" sz="13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0E8D8"/>
                </a:solidFill>
              </a:rPr>
              <a:t>Gemini AI가 친절하게 답변합니다.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989320" y="1234440"/>
            <a:ext cx="2834640" cy="96012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080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583680" y="1307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밤하늘 테마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0" y="15819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챗봇 분위기와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어울리는 UI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89320" y="2313432"/>
            <a:ext cx="2834640" cy="96012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08076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583680" y="2386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6가지 주제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583680" y="26609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종류·경로·생태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관찰·보호·자유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989320" y="3392424"/>
            <a:ext cx="2834640" cy="96012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608076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🆓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6583680" y="34655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무료 API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83680" y="373989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Gemini 2.5 Flash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무료 티어 사용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48640" y="4572000"/>
            <a:ext cx="448056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996696" y="4379976"/>
            <a:ext cx="448056" cy="192024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371600" y="4389120"/>
            <a:ext cx="288036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1659636" y="4265676"/>
            <a:ext cx="288036" cy="123444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25514" y="1779331"/>
            <a:ext cx="28098" cy="28098"/>
          </a:xfrm>
          <a:prstGeom prst="ellipse">
            <a:avLst/>
          </a:prstGeom>
          <a:solidFill>
            <a:srgbClr val="FFFFFF">
              <a:alpha val="37177"/>
            </a:srgbClr>
          </a:solidFill>
          <a:ln w="1270">
            <a:solidFill>
              <a:srgbClr val="FFFFFF">
                <a:alpha val="371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502377" y="1608949"/>
            <a:ext cx="34527" cy="34527"/>
          </a:xfrm>
          <a:prstGeom prst="ellipse">
            <a:avLst/>
          </a:prstGeom>
          <a:solidFill>
            <a:srgbClr val="FFFFFF">
              <a:alpha val="38424"/>
            </a:srgbClr>
          </a:solidFill>
          <a:ln w="1270">
            <a:solidFill>
              <a:srgbClr val="FFFFFF">
                <a:alpha val="384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645604" y="5026639"/>
            <a:ext cx="59918" cy="59918"/>
          </a:xfrm>
          <a:prstGeom prst="ellipse">
            <a:avLst/>
          </a:prstGeom>
          <a:solidFill>
            <a:srgbClr val="FFFFFF">
              <a:alpha val="49868"/>
            </a:srgbClr>
          </a:solidFill>
          <a:ln w="1270">
            <a:solidFill>
              <a:srgbClr val="FFFFFF">
                <a:alpha val="498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91918" y="2340263"/>
            <a:ext cx="68981" cy="68981"/>
          </a:xfrm>
          <a:prstGeom prst="ellipse">
            <a:avLst/>
          </a:prstGeom>
          <a:solidFill>
            <a:srgbClr val="FFFFFF">
              <a:alpha val="28073"/>
            </a:srgbClr>
          </a:solidFill>
          <a:ln w="1270">
            <a:solidFill>
              <a:srgbClr val="FFFFFF">
                <a:alpha val="2807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863429" y="4265108"/>
            <a:ext cx="44489" cy="44489"/>
          </a:xfrm>
          <a:prstGeom prst="ellipse">
            <a:avLst/>
          </a:prstGeom>
          <a:solidFill>
            <a:srgbClr val="FFFFFF">
              <a:alpha val="15307"/>
            </a:srgbClr>
          </a:solidFill>
          <a:ln w="1270">
            <a:solidFill>
              <a:srgbClr val="FFFFFF">
                <a:alpha val="1530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186507" y="1625231"/>
            <a:ext cx="61357" cy="61357"/>
          </a:xfrm>
          <a:prstGeom prst="ellipse">
            <a:avLst/>
          </a:prstGeom>
          <a:solidFill>
            <a:srgbClr val="FFFFFF">
              <a:alpha val="43444"/>
            </a:srgbClr>
          </a:solidFill>
          <a:ln w="1270">
            <a:solidFill>
              <a:srgbClr val="FFFFFF">
                <a:alpha val="4344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149352" y="4725167"/>
            <a:ext cx="73536" cy="73536"/>
          </a:xfrm>
          <a:prstGeom prst="ellipse">
            <a:avLst/>
          </a:prstGeom>
          <a:solidFill>
            <a:srgbClr val="FFFFFF">
              <a:alpha val="46104"/>
            </a:srgbClr>
          </a:solidFill>
          <a:ln w="1270">
            <a:solidFill>
              <a:srgbClr val="FFFFFF">
                <a:alpha val="4610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25868" y="1839277"/>
            <a:ext cx="45511" cy="45511"/>
          </a:xfrm>
          <a:prstGeom prst="ellipse">
            <a:avLst/>
          </a:prstGeom>
          <a:solidFill>
            <a:srgbClr val="FFFFFF">
              <a:alpha val="17809"/>
            </a:srgbClr>
          </a:solidFill>
          <a:ln w="1270">
            <a:solidFill>
              <a:srgbClr val="FFFFFF">
                <a:alpha val="178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48864" y="4145799"/>
            <a:ext cx="54389" cy="54389"/>
          </a:xfrm>
          <a:prstGeom prst="ellipse">
            <a:avLst/>
          </a:prstGeom>
          <a:solidFill>
            <a:srgbClr val="FFFFFF">
              <a:alpha val="48791"/>
            </a:srgbClr>
          </a:solidFill>
          <a:ln w="1270">
            <a:solidFill>
              <a:srgbClr val="FFFFFF">
                <a:alpha val="4879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422518" y="1133748"/>
            <a:ext cx="39350" cy="39350"/>
          </a:xfrm>
          <a:prstGeom prst="ellipse">
            <a:avLst/>
          </a:prstGeom>
          <a:solidFill>
            <a:srgbClr val="FFFFFF">
              <a:alpha val="24081"/>
            </a:srgbClr>
          </a:solidFill>
          <a:ln w="1270">
            <a:solidFill>
              <a:srgbClr val="FFFFFF">
                <a:alpha val="2408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892153" y="744881"/>
            <a:ext cx="38111" cy="38111"/>
          </a:xfrm>
          <a:prstGeom prst="ellipse">
            <a:avLst/>
          </a:prstGeom>
          <a:solidFill>
            <a:srgbClr val="FFFFFF">
              <a:alpha val="38877"/>
            </a:srgbClr>
          </a:solidFill>
          <a:ln w="1270">
            <a:solidFill>
              <a:srgbClr val="FFFFFF">
                <a:alpha val="388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75605" y="3400813"/>
            <a:ext cx="76823" cy="76823"/>
          </a:xfrm>
          <a:prstGeom prst="ellipse">
            <a:avLst/>
          </a:prstGeom>
          <a:solidFill>
            <a:srgbClr val="FFFFFF">
              <a:alpha val="25107"/>
            </a:srgbClr>
          </a:solidFill>
          <a:ln w="1270">
            <a:solidFill>
              <a:srgbClr val="FFFFFF">
                <a:alpha val="2510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497827" y="2929427"/>
            <a:ext cx="64259" cy="64259"/>
          </a:xfrm>
          <a:prstGeom prst="ellipse">
            <a:avLst/>
          </a:prstGeom>
          <a:solidFill>
            <a:srgbClr val="FFFFFF">
              <a:alpha val="47011"/>
            </a:srgbClr>
          </a:solidFill>
          <a:ln w="1270">
            <a:solidFill>
              <a:srgbClr val="FFFFFF">
                <a:alpha val="4701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445965" y="4893942"/>
            <a:ext cx="54263" cy="54263"/>
          </a:xfrm>
          <a:prstGeom prst="ellipse">
            <a:avLst/>
          </a:prstGeom>
          <a:solidFill>
            <a:srgbClr val="FFFFFF">
              <a:alpha val="45128"/>
            </a:srgbClr>
          </a:solidFill>
          <a:ln w="1270">
            <a:solidFill>
              <a:srgbClr val="FFFFFF">
                <a:alpha val="451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09563" y="2559350"/>
            <a:ext cx="57659" cy="57659"/>
          </a:xfrm>
          <a:prstGeom prst="ellipse">
            <a:avLst/>
          </a:prstGeom>
          <a:solidFill>
            <a:srgbClr val="FFFFFF">
              <a:alpha val="26662"/>
            </a:srgbClr>
          </a:solidFill>
          <a:ln w="1270">
            <a:solidFill>
              <a:srgbClr val="FFFFFF">
                <a:alpha val="2666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097522" y="1890016"/>
            <a:ext cx="42880" cy="42880"/>
          </a:xfrm>
          <a:prstGeom prst="ellipse">
            <a:avLst/>
          </a:prstGeom>
          <a:solidFill>
            <a:srgbClr val="FFFFFF">
              <a:alpha val="15137"/>
            </a:srgbClr>
          </a:solidFill>
          <a:ln w="1270">
            <a:solidFill>
              <a:srgbClr val="FFFFFF">
                <a:alpha val="1513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32376" y="1754544"/>
            <a:ext cx="63781" cy="63781"/>
          </a:xfrm>
          <a:prstGeom prst="ellipse">
            <a:avLst/>
          </a:prstGeom>
          <a:solidFill>
            <a:srgbClr val="FFFFFF">
              <a:alpha val="29388"/>
            </a:srgbClr>
          </a:solidFill>
          <a:ln w="1270">
            <a:solidFill>
              <a:srgbClr val="FFFFFF">
                <a:alpha val="293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581224" y="3969817"/>
            <a:ext cx="66127" cy="66127"/>
          </a:xfrm>
          <a:prstGeom prst="ellipse">
            <a:avLst/>
          </a:prstGeom>
          <a:solidFill>
            <a:srgbClr val="FFFFFF">
              <a:alpha val="19002"/>
            </a:srgbClr>
          </a:solidFill>
          <a:ln w="1270">
            <a:solidFill>
              <a:srgbClr val="FFFFFF">
                <a:alpha val="1900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922684" y="1144391"/>
            <a:ext cx="57371" cy="57371"/>
          </a:xfrm>
          <a:prstGeom prst="ellipse">
            <a:avLst/>
          </a:prstGeom>
          <a:solidFill>
            <a:srgbClr val="FFFFFF">
              <a:alpha val="27395"/>
            </a:srgbClr>
          </a:solidFill>
          <a:ln w="1270">
            <a:solidFill>
              <a:srgbClr val="FFFFFF">
                <a:alpha val="2739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230075" y="2880570"/>
            <a:ext cx="61098" cy="61098"/>
          </a:xfrm>
          <a:prstGeom prst="ellipse">
            <a:avLst/>
          </a:prstGeom>
          <a:solidFill>
            <a:srgbClr val="FFFFFF">
              <a:alpha val="23773"/>
            </a:srgbClr>
          </a:solidFill>
          <a:ln w="1270">
            <a:solidFill>
              <a:srgbClr val="FFFFFF">
                <a:alpha val="2377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855504" y="814712"/>
            <a:ext cx="50464" cy="50464"/>
          </a:xfrm>
          <a:prstGeom prst="ellipse">
            <a:avLst/>
          </a:prstGeom>
          <a:solidFill>
            <a:srgbClr val="FFFFFF">
              <a:alpha val="40167"/>
            </a:srgbClr>
          </a:solidFill>
          <a:ln w="1270">
            <a:solidFill>
              <a:srgbClr val="FFFFFF">
                <a:alpha val="401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185866" y="4692953"/>
            <a:ext cx="63436" cy="63436"/>
          </a:xfrm>
          <a:prstGeom prst="ellipse">
            <a:avLst/>
          </a:prstGeom>
          <a:solidFill>
            <a:srgbClr val="FFFFFF">
              <a:alpha val="47768"/>
            </a:srgbClr>
          </a:solidFill>
          <a:ln w="1270">
            <a:solidFill>
              <a:srgbClr val="FFFFFF">
                <a:alpha val="477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890409" y="2661480"/>
            <a:ext cx="28210" cy="28210"/>
          </a:xfrm>
          <a:prstGeom prst="ellipse">
            <a:avLst/>
          </a:prstGeom>
          <a:solidFill>
            <a:srgbClr val="FFFFFF">
              <a:alpha val="39947"/>
            </a:srgbClr>
          </a:solidFill>
          <a:ln w="1270">
            <a:solidFill>
              <a:srgbClr val="FFFFFF">
                <a:alpha val="3994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130258" y="4222265"/>
            <a:ext cx="68691" cy="68691"/>
          </a:xfrm>
          <a:prstGeom prst="ellipse">
            <a:avLst/>
          </a:prstGeom>
          <a:solidFill>
            <a:srgbClr val="FFFFFF">
              <a:alpha val="20069"/>
            </a:srgbClr>
          </a:solidFill>
          <a:ln w="1270">
            <a:solidFill>
              <a:srgbClr val="FFFFFF">
                <a:alpha val="2006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190921" y="4434974"/>
            <a:ext cx="36340" cy="36340"/>
          </a:xfrm>
          <a:prstGeom prst="ellipse">
            <a:avLst/>
          </a:prstGeom>
          <a:solidFill>
            <a:srgbClr val="FFFFFF">
              <a:alpha val="19124"/>
            </a:srgbClr>
          </a:solidFill>
          <a:ln w="1270">
            <a:solidFill>
              <a:srgbClr val="FFFFFF">
                <a:alpha val="191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80266" y="714376"/>
            <a:ext cx="28502" cy="28502"/>
          </a:xfrm>
          <a:prstGeom prst="ellipse">
            <a:avLst/>
          </a:prstGeom>
          <a:solidFill>
            <a:srgbClr val="FFFFFF">
              <a:alpha val="25655"/>
            </a:srgbClr>
          </a:solidFill>
          <a:ln w="1270">
            <a:solidFill>
              <a:srgbClr val="FFFFFF">
                <a:alpha val="256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754699" y="2523258"/>
            <a:ext cx="42089" cy="42089"/>
          </a:xfrm>
          <a:prstGeom prst="ellipse">
            <a:avLst/>
          </a:prstGeom>
          <a:solidFill>
            <a:srgbClr val="FFFFFF">
              <a:alpha val="31587"/>
            </a:srgbClr>
          </a:solidFill>
          <a:ln w="1270">
            <a:solidFill>
              <a:srgbClr val="FFFFFF">
                <a:alpha val="3158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882020" y="3236162"/>
            <a:ext cx="79250" cy="79250"/>
          </a:xfrm>
          <a:prstGeom prst="ellipse">
            <a:avLst/>
          </a:prstGeom>
          <a:solidFill>
            <a:srgbClr val="FFFFFF">
              <a:alpha val="38268"/>
            </a:srgbClr>
          </a:solidFill>
          <a:ln w="1270">
            <a:solidFill>
              <a:srgbClr val="FFFFFF">
                <a:alpha val="382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273554" y="4318361"/>
            <a:ext cx="81400" cy="81400"/>
          </a:xfrm>
          <a:prstGeom prst="ellipse">
            <a:avLst/>
          </a:prstGeom>
          <a:solidFill>
            <a:srgbClr val="FFFFFF">
              <a:alpha val="12168"/>
            </a:srgbClr>
          </a:solidFill>
          <a:ln w="1270">
            <a:solidFill>
              <a:srgbClr val="FFFFFF">
                <a:alpha val="121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705477" y="524153"/>
            <a:ext cx="29781" cy="29781"/>
          </a:xfrm>
          <a:prstGeom prst="ellipse">
            <a:avLst/>
          </a:prstGeom>
          <a:solidFill>
            <a:srgbClr val="FFFFFF">
              <a:alpha val="28068"/>
            </a:srgbClr>
          </a:solidFill>
          <a:ln w="1270">
            <a:solidFill>
              <a:srgbClr val="FFFFFF">
                <a:alpha val="280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046720" y="22860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02  KEY FEATURES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주요 기능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365760" y="128016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128016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02920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주제 칩 선택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6가지 주제 버튼으로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빠른 질문 시작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46120" y="128016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246120" y="128016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3832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383280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AI 실시간 답변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3832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Gemini 2.5 Flash가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철새 전문 지식 제공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26480" y="128016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126480" y="128016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263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263640" y="1901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대화 맥락 유지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26364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이전 대화를 기억해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연속 질문 가능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65760" y="292608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65760" y="292608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02920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몰입감 있는 UI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50292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별·달·새 실루엣의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밤하늘 애니메이션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246120" y="292608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3246120" y="292608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33832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3383280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API 키 모달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338328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브라우저에서 직접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안전하게 키 입력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126480" y="2926080"/>
            <a:ext cx="2651760" cy="150876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6126480" y="2926080"/>
            <a:ext cx="54864" cy="150876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6263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6263640" y="3547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B84B"/>
                </a:solidFill>
              </a:rPr>
              <a:t>단일 HTML 파일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263640" y="3840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설치 없이 파일만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열면 바로 동작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17622" y="1239038"/>
            <a:ext cx="75259" cy="75259"/>
          </a:xfrm>
          <a:prstGeom prst="ellipse">
            <a:avLst/>
          </a:prstGeom>
          <a:solidFill>
            <a:srgbClr val="FFFFFF">
              <a:alpha val="23726"/>
            </a:srgbClr>
          </a:solidFill>
          <a:ln w="1270">
            <a:solidFill>
              <a:srgbClr val="FFFFFF">
                <a:alpha val="2372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842005" y="4159492"/>
            <a:ext cx="72406" cy="72406"/>
          </a:xfrm>
          <a:prstGeom prst="ellipse">
            <a:avLst/>
          </a:prstGeom>
          <a:solidFill>
            <a:srgbClr val="FFFFFF">
              <a:alpha val="42692"/>
            </a:srgbClr>
          </a:solidFill>
          <a:ln w="1270">
            <a:solidFill>
              <a:srgbClr val="FFFFFF">
                <a:alpha val="4269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402520" y="797667"/>
            <a:ext cx="41871" cy="41871"/>
          </a:xfrm>
          <a:prstGeom prst="ellipse">
            <a:avLst/>
          </a:prstGeom>
          <a:solidFill>
            <a:srgbClr val="FFFFFF">
              <a:alpha val="41541"/>
            </a:srgbClr>
          </a:solidFill>
          <a:ln w="1270">
            <a:solidFill>
              <a:srgbClr val="FFFFFF">
                <a:alpha val="4154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120921" y="4545634"/>
            <a:ext cx="78237" cy="78237"/>
          </a:xfrm>
          <a:prstGeom prst="ellipse">
            <a:avLst/>
          </a:prstGeom>
          <a:solidFill>
            <a:srgbClr val="FFFFFF">
              <a:alpha val="46000"/>
            </a:srgbClr>
          </a:solidFill>
          <a:ln w="1270">
            <a:solidFill>
              <a:srgbClr val="FFFFFF">
                <a:alpha val="46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4478" y="4490001"/>
            <a:ext cx="42749" cy="42749"/>
          </a:xfrm>
          <a:prstGeom prst="ellipse">
            <a:avLst/>
          </a:prstGeom>
          <a:solidFill>
            <a:srgbClr val="FFFFFF">
              <a:alpha val="31399"/>
            </a:srgbClr>
          </a:solidFill>
          <a:ln w="1270">
            <a:solidFill>
              <a:srgbClr val="FFFFFF">
                <a:alpha val="3139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17608" y="2736893"/>
            <a:ext cx="47807" cy="47807"/>
          </a:xfrm>
          <a:prstGeom prst="ellipse">
            <a:avLst/>
          </a:prstGeom>
          <a:solidFill>
            <a:srgbClr val="FFFFFF">
              <a:alpha val="25092"/>
            </a:srgbClr>
          </a:solidFill>
          <a:ln w="1270">
            <a:solidFill>
              <a:srgbClr val="FFFFFF">
                <a:alpha val="2509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6713" y="3151411"/>
            <a:ext cx="76194" cy="76194"/>
          </a:xfrm>
          <a:prstGeom prst="ellipse">
            <a:avLst/>
          </a:prstGeom>
          <a:solidFill>
            <a:srgbClr val="FFFFFF">
              <a:alpha val="26762"/>
            </a:srgbClr>
          </a:solidFill>
          <a:ln w="1270">
            <a:solidFill>
              <a:srgbClr val="FFFFFF">
                <a:alpha val="2676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8089" y="3071342"/>
            <a:ext cx="28232" cy="28232"/>
          </a:xfrm>
          <a:prstGeom prst="ellipse">
            <a:avLst/>
          </a:prstGeom>
          <a:solidFill>
            <a:srgbClr val="FFFFFF">
              <a:alpha val="19814"/>
            </a:srgbClr>
          </a:solidFill>
          <a:ln w="1270">
            <a:solidFill>
              <a:srgbClr val="FFFFFF">
                <a:alpha val="198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005636" y="4885262"/>
            <a:ext cx="61352" cy="61352"/>
          </a:xfrm>
          <a:prstGeom prst="ellipse">
            <a:avLst/>
          </a:prstGeom>
          <a:solidFill>
            <a:srgbClr val="FFFFFF">
              <a:alpha val="47502"/>
            </a:srgbClr>
          </a:solidFill>
          <a:ln w="1270">
            <a:solidFill>
              <a:srgbClr val="FFFFFF">
                <a:alpha val="4750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950748" y="4752955"/>
            <a:ext cx="28744" cy="28744"/>
          </a:xfrm>
          <a:prstGeom prst="ellipse">
            <a:avLst/>
          </a:prstGeom>
          <a:solidFill>
            <a:srgbClr val="FFFFFF">
              <a:alpha val="15249"/>
            </a:srgbClr>
          </a:solidFill>
          <a:ln w="1270">
            <a:solidFill>
              <a:srgbClr val="FFFFFF">
                <a:alpha val="1524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84522" y="3009419"/>
            <a:ext cx="76740" cy="76740"/>
          </a:xfrm>
          <a:prstGeom prst="ellipse">
            <a:avLst/>
          </a:prstGeom>
          <a:solidFill>
            <a:srgbClr val="FFFFFF">
              <a:alpha val="18167"/>
            </a:srgbClr>
          </a:solidFill>
          <a:ln w="1270">
            <a:solidFill>
              <a:srgbClr val="FFFFFF">
                <a:alpha val="181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316159" y="5020731"/>
            <a:ext cx="76780" cy="76780"/>
          </a:xfrm>
          <a:prstGeom prst="ellipse">
            <a:avLst/>
          </a:prstGeom>
          <a:solidFill>
            <a:srgbClr val="FFFFFF">
              <a:alpha val="13914"/>
            </a:srgbClr>
          </a:solidFill>
          <a:ln w="1270">
            <a:solidFill>
              <a:srgbClr val="FFFFFF">
                <a:alpha val="139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088829" y="1235450"/>
            <a:ext cx="30919" cy="30919"/>
          </a:xfrm>
          <a:prstGeom prst="ellipse">
            <a:avLst/>
          </a:prstGeom>
          <a:solidFill>
            <a:srgbClr val="FFFFFF">
              <a:alpha val="18477"/>
            </a:srgbClr>
          </a:solidFill>
          <a:ln w="1270">
            <a:solidFill>
              <a:srgbClr val="FFFFFF">
                <a:alpha val="184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388819" y="2040361"/>
            <a:ext cx="57127" cy="57127"/>
          </a:xfrm>
          <a:prstGeom prst="ellipse">
            <a:avLst/>
          </a:prstGeom>
          <a:solidFill>
            <a:srgbClr val="FFFFFF">
              <a:alpha val="10525"/>
            </a:srgbClr>
          </a:solidFill>
          <a:ln w="1270">
            <a:solidFill>
              <a:srgbClr val="FFFFFF">
                <a:alpha val="1052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941277" y="1956590"/>
            <a:ext cx="40858" cy="40858"/>
          </a:xfrm>
          <a:prstGeom prst="ellipse">
            <a:avLst/>
          </a:prstGeom>
          <a:solidFill>
            <a:srgbClr val="FFFFFF">
              <a:alpha val="20868"/>
            </a:srgbClr>
          </a:solidFill>
          <a:ln w="1270">
            <a:solidFill>
              <a:srgbClr val="FFFFFF">
                <a:alpha val="2086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22559" y="2022064"/>
            <a:ext cx="74775" cy="74775"/>
          </a:xfrm>
          <a:prstGeom prst="ellipse">
            <a:avLst/>
          </a:prstGeom>
          <a:solidFill>
            <a:srgbClr val="FFFFFF">
              <a:alpha val="44690"/>
            </a:srgbClr>
          </a:solidFill>
          <a:ln w="1270">
            <a:solidFill>
              <a:srgbClr val="FFFFFF">
                <a:alpha val="4469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288230" y="3040458"/>
            <a:ext cx="78221" cy="78221"/>
          </a:xfrm>
          <a:prstGeom prst="ellipse">
            <a:avLst/>
          </a:prstGeom>
          <a:solidFill>
            <a:srgbClr val="FFFFFF">
              <a:alpha val="44512"/>
            </a:srgbClr>
          </a:solidFill>
          <a:ln w="1270">
            <a:solidFill>
              <a:srgbClr val="FFFFFF">
                <a:alpha val="4451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2312728" y="4673156"/>
            <a:ext cx="48693" cy="48693"/>
          </a:xfrm>
          <a:prstGeom prst="ellipse">
            <a:avLst/>
          </a:prstGeom>
          <a:solidFill>
            <a:srgbClr val="FFFFFF">
              <a:alpha val="12351"/>
            </a:srgbClr>
          </a:solidFill>
          <a:ln w="1270">
            <a:solidFill>
              <a:srgbClr val="FFFFFF">
                <a:alpha val="1235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443177" y="3290218"/>
            <a:ext cx="42348" cy="42348"/>
          </a:xfrm>
          <a:prstGeom prst="ellipse">
            <a:avLst/>
          </a:prstGeom>
          <a:solidFill>
            <a:srgbClr val="FFFFFF">
              <a:alpha val="13826"/>
            </a:srgbClr>
          </a:solidFill>
          <a:ln w="1270">
            <a:solidFill>
              <a:srgbClr val="FFFFFF">
                <a:alpha val="1382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323494" y="507858"/>
            <a:ext cx="77915" cy="77915"/>
          </a:xfrm>
          <a:prstGeom prst="ellipse">
            <a:avLst/>
          </a:prstGeom>
          <a:solidFill>
            <a:srgbClr val="FFFFFF">
              <a:alpha val="11114"/>
            </a:srgbClr>
          </a:solidFill>
          <a:ln w="1270">
            <a:solidFill>
              <a:srgbClr val="FFFFFF">
                <a:alpha val="111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387704" y="2791002"/>
            <a:ext cx="46027" cy="46027"/>
          </a:xfrm>
          <a:prstGeom prst="ellipse">
            <a:avLst/>
          </a:prstGeom>
          <a:solidFill>
            <a:srgbClr val="FFFFFF">
              <a:alpha val="39314"/>
            </a:srgbClr>
          </a:solidFill>
          <a:ln w="1270">
            <a:solidFill>
              <a:srgbClr val="FFFFFF">
                <a:alpha val="393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940520" y="4357553"/>
            <a:ext cx="51390" cy="51390"/>
          </a:xfrm>
          <a:prstGeom prst="ellipse">
            <a:avLst/>
          </a:prstGeom>
          <a:solidFill>
            <a:srgbClr val="FFFFFF">
              <a:alpha val="16430"/>
            </a:srgbClr>
          </a:solidFill>
          <a:ln w="1270">
            <a:solidFill>
              <a:srgbClr val="FFFFFF">
                <a:alpha val="1643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6144" y="1623097"/>
            <a:ext cx="68493" cy="68493"/>
          </a:xfrm>
          <a:prstGeom prst="ellipse">
            <a:avLst/>
          </a:prstGeom>
          <a:solidFill>
            <a:srgbClr val="FFFFFF">
              <a:alpha val="34474"/>
            </a:srgbClr>
          </a:solidFill>
          <a:ln w="1270">
            <a:solidFill>
              <a:srgbClr val="FFFFFF">
                <a:alpha val="3447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870802" y="3850416"/>
            <a:ext cx="79319" cy="79319"/>
          </a:xfrm>
          <a:prstGeom prst="ellipse">
            <a:avLst/>
          </a:prstGeom>
          <a:solidFill>
            <a:srgbClr val="FFFFFF">
              <a:alpha val="19453"/>
            </a:srgbClr>
          </a:solidFill>
          <a:ln w="1270">
            <a:solidFill>
              <a:srgbClr val="FFFFFF">
                <a:alpha val="194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8705564" y="4528243"/>
            <a:ext cx="70227" cy="70227"/>
          </a:xfrm>
          <a:prstGeom prst="ellipse">
            <a:avLst/>
          </a:prstGeom>
          <a:solidFill>
            <a:srgbClr val="FFFFFF">
              <a:alpha val="17272"/>
            </a:srgbClr>
          </a:solidFill>
          <a:ln w="1270">
            <a:solidFill>
              <a:srgbClr val="FFFFFF">
                <a:alpha val="1727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918589" y="1680946"/>
            <a:ext cx="51064" cy="51064"/>
          </a:xfrm>
          <a:prstGeom prst="ellipse">
            <a:avLst/>
          </a:prstGeom>
          <a:solidFill>
            <a:srgbClr val="FFFFFF">
              <a:alpha val="28312"/>
            </a:srgbClr>
          </a:solidFill>
          <a:ln w="1270">
            <a:solidFill>
              <a:srgbClr val="FFFFFF">
                <a:alpha val="2831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401702" y="36439"/>
            <a:ext cx="75444" cy="75444"/>
          </a:xfrm>
          <a:prstGeom prst="ellipse">
            <a:avLst/>
          </a:prstGeom>
          <a:solidFill>
            <a:srgbClr val="FFFFFF">
              <a:alpha val="17474"/>
            </a:srgbClr>
          </a:solidFill>
          <a:ln w="1270">
            <a:solidFill>
              <a:srgbClr val="FFFFFF">
                <a:alpha val="1747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36090" y="264161"/>
            <a:ext cx="73763" cy="73763"/>
          </a:xfrm>
          <a:prstGeom prst="ellipse">
            <a:avLst/>
          </a:prstGeom>
          <a:solidFill>
            <a:srgbClr val="FFFFFF">
              <a:alpha val="31645"/>
            </a:srgbClr>
          </a:solidFill>
          <a:ln w="1270">
            <a:solidFill>
              <a:srgbClr val="FFFFFF">
                <a:alpha val="3164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597108" y="2611491"/>
            <a:ext cx="47166" cy="47166"/>
          </a:xfrm>
          <a:prstGeom prst="ellipse">
            <a:avLst/>
          </a:prstGeom>
          <a:solidFill>
            <a:srgbClr val="FFFFFF">
              <a:alpha val="34765"/>
            </a:srgbClr>
          </a:solidFill>
          <a:ln w="1270">
            <a:solidFill>
              <a:srgbClr val="FFFFFF">
                <a:alpha val="3476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567905" y="4596061"/>
            <a:ext cx="47640" cy="47640"/>
          </a:xfrm>
          <a:prstGeom prst="ellipse">
            <a:avLst/>
          </a:prstGeom>
          <a:solidFill>
            <a:srgbClr val="FFFFFF">
              <a:alpha val="48506"/>
            </a:srgbClr>
          </a:solidFill>
          <a:ln w="1270">
            <a:solidFill>
              <a:srgbClr val="FFFFFF">
                <a:alpha val="4850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987035" y="5037583"/>
            <a:ext cx="44587" cy="44587"/>
          </a:xfrm>
          <a:prstGeom prst="ellipse">
            <a:avLst/>
          </a:prstGeom>
          <a:solidFill>
            <a:srgbClr val="FFFFFF">
              <a:alpha val="41859"/>
            </a:srgbClr>
          </a:solidFill>
          <a:ln w="1270">
            <a:solidFill>
              <a:srgbClr val="FFFFFF">
                <a:alpha val="4185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19326" y="3343965"/>
            <a:ext cx="73924" cy="73924"/>
          </a:xfrm>
          <a:prstGeom prst="ellipse">
            <a:avLst/>
          </a:prstGeom>
          <a:solidFill>
            <a:srgbClr val="FFFFFF">
              <a:alpha val="47199"/>
            </a:srgbClr>
          </a:solidFill>
          <a:ln w="1270">
            <a:solidFill>
              <a:srgbClr val="FFFFFF">
                <a:alpha val="4719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7138389" y="2861370"/>
            <a:ext cx="60125" cy="60125"/>
          </a:xfrm>
          <a:prstGeom prst="ellipse">
            <a:avLst/>
          </a:prstGeom>
          <a:solidFill>
            <a:srgbClr val="FFFFFF">
              <a:alpha val="11886"/>
            </a:srgbClr>
          </a:solidFill>
          <a:ln w="1270">
            <a:solidFill>
              <a:srgbClr val="FFFFFF">
                <a:alpha val="1188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718197" y="2647020"/>
            <a:ext cx="65189" cy="65189"/>
          </a:xfrm>
          <a:prstGeom prst="ellipse">
            <a:avLst/>
          </a:prstGeom>
          <a:solidFill>
            <a:srgbClr val="FFFFFF">
              <a:alpha val="37927"/>
            </a:srgbClr>
          </a:solidFill>
          <a:ln w="1270">
            <a:solidFill>
              <a:srgbClr val="FFFFFF">
                <a:alpha val="3792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2424845" y="1095423"/>
            <a:ext cx="36287" cy="36287"/>
          </a:xfrm>
          <a:prstGeom prst="ellipse">
            <a:avLst/>
          </a:prstGeom>
          <a:solidFill>
            <a:srgbClr val="FFFFFF">
              <a:alpha val="14566"/>
            </a:srgbClr>
          </a:solidFill>
          <a:ln w="1270">
            <a:solidFill>
              <a:srgbClr val="FFFFFF">
                <a:alpha val="1456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2996944" y="1576660"/>
            <a:ext cx="48001" cy="48001"/>
          </a:xfrm>
          <a:prstGeom prst="ellipse">
            <a:avLst/>
          </a:prstGeom>
          <a:solidFill>
            <a:srgbClr val="FFFFFF">
              <a:alpha val="16167"/>
            </a:srgbClr>
          </a:solidFill>
          <a:ln w="1270">
            <a:solidFill>
              <a:srgbClr val="FFFFFF">
                <a:alpha val="161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163140" y="4494079"/>
            <a:ext cx="36309" cy="36309"/>
          </a:xfrm>
          <a:prstGeom prst="ellipse">
            <a:avLst/>
          </a:prstGeom>
          <a:solidFill>
            <a:srgbClr val="FFFFFF">
              <a:alpha val="21291"/>
            </a:srgbClr>
          </a:solidFill>
          <a:ln w="1270">
            <a:solidFill>
              <a:srgbClr val="FFFFFF">
                <a:alpha val="2129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935078" y="4578291"/>
            <a:ext cx="77795" cy="77795"/>
          </a:xfrm>
          <a:prstGeom prst="ellipse">
            <a:avLst/>
          </a:prstGeom>
          <a:solidFill>
            <a:srgbClr val="FFFFFF">
              <a:alpha val="47657"/>
            </a:srgbClr>
          </a:solidFill>
          <a:ln w="1270">
            <a:solidFill>
              <a:srgbClr val="FFFFFF">
                <a:alpha val="4765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557167" y="3956115"/>
            <a:ext cx="62381" cy="62381"/>
          </a:xfrm>
          <a:prstGeom prst="ellipse">
            <a:avLst/>
          </a:prstGeom>
          <a:solidFill>
            <a:srgbClr val="FFFFFF">
              <a:alpha val="13285"/>
            </a:srgbClr>
          </a:solidFill>
          <a:ln w="1270">
            <a:solidFill>
              <a:srgbClr val="FFFFFF">
                <a:alpha val="1328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628994" y="4319911"/>
            <a:ext cx="40218" cy="40218"/>
          </a:xfrm>
          <a:prstGeom prst="ellipse">
            <a:avLst/>
          </a:prstGeom>
          <a:solidFill>
            <a:srgbClr val="FFFFFF">
              <a:alpha val="42399"/>
            </a:srgbClr>
          </a:solidFill>
          <a:ln w="1270">
            <a:solidFill>
              <a:srgbClr val="FFFFFF">
                <a:alpha val="4239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046720" y="22860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03  TECH STACK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45" name="Shape 43"/>
          <p:cNvSpPr/>
          <p:nvPr/>
        </p:nvSpPr>
        <p:spPr>
          <a:xfrm>
            <a:off x="1097280" y="1280160"/>
            <a:ext cx="822960" cy="82296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109728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457200" y="2286000"/>
            <a:ext cx="2011680" cy="228600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5720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9A7630"/>
                </a:solidFill>
              </a:rPr>
              <a:t>프론트엔드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8D8"/>
                </a:solidFill>
              </a:rPr>
              <a:t>HTML5 + CSS3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22960" y="3063240"/>
            <a:ext cx="1280160" cy="0"/>
          </a:xfrm>
          <a:prstGeom prst="line">
            <a:avLst/>
          </a:prstGeom>
          <a:noFill/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5720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단일 파일로 완전 동작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외부 의존성 없음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46120" y="1280160"/>
            <a:ext cx="822960" cy="822960"/>
          </a:xfrm>
          <a:prstGeom prst="ellipse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24612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4" name="Shape 52"/>
          <p:cNvSpPr/>
          <p:nvPr/>
        </p:nvSpPr>
        <p:spPr>
          <a:xfrm>
            <a:off x="2606040" y="2286000"/>
            <a:ext cx="2011680" cy="228600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260604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9A7630"/>
                </a:solidFill>
              </a:rPr>
              <a:t>인터랙션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6060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8D8"/>
                </a:solidFill>
              </a:rPr>
              <a:t>Vanilla JS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971800" y="3063240"/>
            <a:ext cx="1280160" cy="0"/>
          </a:xfrm>
          <a:prstGeom prst="line">
            <a:avLst/>
          </a:prstGeom>
          <a:noFill/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60604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프레임워크 없이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순수 JS로 구현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394960" y="1280160"/>
            <a:ext cx="822960" cy="822960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539496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4754880" y="2286000"/>
            <a:ext cx="2011680" cy="228600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75488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9A7630"/>
                </a:solidFill>
              </a:rPr>
              <a:t>AI 엔진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548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8D8"/>
                </a:solidFill>
              </a:rPr>
              <a:t>Gemini 2.5 Flash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120640" y="3063240"/>
            <a:ext cx="1280160" cy="0"/>
          </a:xfrm>
          <a:prstGeom prst="line">
            <a:avLst/>
          </a:prstGeom>
          <a:noFill/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475488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Google 무료 티어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빠른 응답 속도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543800" y="128016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/>
          <p:nvPr/>
        </p:nvSpPr>
        <p:spPr>
          <a:xfrm>
            <a:off x="7543800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6903720" y="2286000"/>
            <a:ext cx="2011680" cy="2286000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90372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9A7630"/>
                </a:solidFill>
              </a:rPr>
              <a:t>통신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9037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8D8"/>
                </a:solidFill>
              </a:rPr>
              <a:t>REST API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269480" y="3063240"/>
            <a:ext cx="1280160" cy="0"/>
          </a:xfrm>
          <a:prstGeom prst="line">
            <a:avLst/>
          </a:prstGeom>
          <a:noFill/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690372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fetch()로 직접 호출</a:t>
            </a:r>
            <a:endParaRPr lang="en-US" sz="10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CORS 허용 환경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2496312" y="3429000"/>
            <a:ext cx="137160" cy="0"/>
          </a:xfrm>
          <a:prstGeom prst="line">
            <a:avLst/>
          </a:prstGeom>
          <a:noFill/>
          <a:ln w="12700">
            <a:solidFill>
              <a:srgbClr val="E8B8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4645152" y="3429000"/>
            <a:ext cx="137160" cy="0"/>
          </a:xfrm>
          <a:prstGeom prst="line">
            <a:avLst/>
          </a:prstGeom>
          <a:noFill/>
          <a:ln w="12700">
            <a:solidFill>
              <a:srgbClr val="E8B8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6793992" y="3429000"/>
            <a:ext cx="137160" cy="0"/>
          </a:xfrm>
          <a:prstGeom prst="line">
            <a:avLst/>
          </a:prstGeom>
          <a:noFill/>
          <a:ln w="12700">
            <a:solidFill>
              <a:srgbClr val="E8B8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57200" y="4663440"/>
            <a:ext cx="352044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809244" y="4512564"/>
            <a:ext cx="352044" cy="150876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1371600" y="4480560"/>
            <a:ext cx="256032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1627632" y="4370832"/>
            <a:ext cx="256032" cy="109728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7772400" y="4389120"/>
            <a:ext cx="320040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8092440" y="4251960"/>
            <a:ext cx="320040" cy="13716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1225" y="5003300"/>
            <a:ext cx="47553" cy="47553"/>
          </a:xfrm>
          <a:prstGeom prst="ellipse">
            <a:avLst/>
          </a:prstGeom>
          <a:solidFill>
            <a:srgbClr val="FFFFFF">
              <a:alpha val="43043"/>
            </a:srgbClr>
          </a:solidFill>
          <a:ln w="1270">
            <a:solidFill>
              <a:srgbClr val="FFFFFF">
                <a:alpha val="4304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837315" y="5013674"/>
            <a:ext cx="58657" cy="58657"/>
          </a:xfrm>
          <a:prstGeom prst="ellipse">
            <a:avLst/>
          </a:prstGeom>
          <a:solidFill>
            <a:srgbClr val="FFFFFF">
              <a:alpha val="10855"/>
            </a:srgbClr>
          </a:solidFill>
          <a:ln w="1270">
            <a:solidFill>
              <a:srgbClr val="FFFFFF">
                <a:alpha val="108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20169" y="660872"/>
            <a:ext cx="37195" cy="37195"/>
          </a:xfrm>
          <a:prstGeom prst="ellipse">
            <a:avLst/>
          </a:prstGeom>
          <a:solidFill>
            <a:srgbClr val="FFFFFF">
              <a:alpha val="35178"/>
            </a:srgbClr>
          </a:solidFill>
          <a:ln w="1270">
            <a:solidFill>
              <a:srgbClr val="FFFFFF">
                <a:alpha val="3517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41429" y="1777927"/>
            <a:ext cx="58852" cy="58852"/>
          </a:xfrm>
          <a:prstGeom prst="ellipse">
            <a:avLst/>
          </a:prstGeom>
          <a:solidFill>
            <a:srgbClr val="FFFFFF">
              <a:alpha val="28798"/>
            </a:srgbClr>
          </a:solidFill>
          <a:ln w="1270">
            <a:solidFill>
              <a:srgbClr val="FFFFFF">
                <a:alpha val="287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933112" y="2768871"/>
            <a:ext cx="31908" cy="31908"/>
          </a:xfrm>
          <a:prstGeom prst="ellipse">
            <a:avLst/>
          </a:prstGeom>
          <a:solidFill>
            <a:srgbClr val="FFFFFF">
              <a:alpha val="11816"/>
            </a:srgbClr>
          </a:solidFill>
          <a:ln w="1270">
            <a:solidFill>
              <a:srgbClr val="FFFFFF">
                <a:alpha val="1181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748940" y="4316516"/>
            <a:ext cx="29745" cy="29745"/>
          </a:xfrm>
          <a:prstGeom prst="ellipse">
            <a:avLst/>
          </a:prstGeom>
          <a:solidFill>
            <a:srgbClr val="FFFFFF">
              <a:alpha val="47612"/>
            </a:srgbClr>
          </a:solidFill>
          <a:ln w="1270">
            <a:solidFill>
              <a:srgbClr val="FFFFFF">
                <a:alpha val="4761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916878" y="2131583"/>
            <a:ext cx="76386" cy="76386"/>
          </a:xfrm>
          <a:prstGeom prst="ellipse">
            <a:avLst/>
          </a:prstGeom>
          <a:solidFill>
            <a:srgbClr val="FFFFFF">
              <a:alpha val="17684"/>
            </a:srgbClr>
          </a:solidFill>
          <a:ln w="1270">
            <a:solidFill>
              <a:srgbClr val="FFFFFF">
                <a:alpha val="176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982417" y="3642161"/>
            <a:ext cx="29290" cy="29290"/>
          </a:xfrm>
          <a:prstGeom prst="ellipse">
            <a:avLst/>
          </a:prstGeom>
          <a:solidFill>
            <a:srgbClr val="FFFFFF">
              <a:alpha val="45350"/>
            </a:srgbClr>
          </a:solidFill>
          <a:ln w="1270">
            <a:solidFill>
              <a:srgbClr val="FFFFFF">
                <a:alpha val="4535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086428" y="798925"/>
            <a:ext cx="32030" cy="32030"/>
          </a:xfrm>
          <a:prstGeom prst="ellipse">
            <a:avLst/>
          </a:prstGeom>
          <a:solidFill>
            <a:srgbClr val="FFFFFF">
              <a:alpha val="31215"/>
            </a:srgbClr>
          </a:solidFill>
          <a:ln w="1270">
            <a:solidFill>
              <a:srgbClr val="FFFFFF">
                <a:alpha val="3121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549342" y="505058"/>
            <a:ext cx="77302" cy="77302"/>
          </a:xfrm>
          <a:prstGeom prst="ellipse">
            <a:avLst/>
          </a:prstGeom>
          <a:solidFill>
            <a:srgbClr val="FFFFFF">
              <a:alpha val="11364"/>
            </a:srgbClr>
          </a:solidFill>
          <a:ln w="1270">
            <a:solidFill>
              <a:srgbClr val="FFFFFF">
                <a:alpha val="1136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8866141" y="551407"/>
            <a:ext cx="67418" cy="67418"/>
          </a:xfrm>
          <a:prstGeom prst="ellipse">
            <a:avLst/>
          </a:prstGeom>
          <a:solidFill>
            <a:srgbClr val="FFFFFF">
              <a:alpha val="35235"/>
            </a:srgbClr>
          </a:solidFill>
          <a:ln w="1270">
            <a:solidFill>
              <a:srgbClr val="FFFFFF">
                <a:alpha val="3523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14348" y="5038946"/>
            <a:ext cx="53274" cy="53274"/>
          </a:xfrm>
          <a:prstGeom prst="ellipse">
            <a:avLst/>
          </a:prstGeom>
          <a:solidFill>
            <a:srgbClr val="FFFFFF">
              <a:alpha val="43216"/>
            </a:srgbClr>
          </a:solidFill>
          <a:ln w="1270">
            <a:solidFill>
              <a:srgbClr val="FFFFFF">
                <a:alpha val="4321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630963" y="1519119"/>
            <a:ext cx="72781" cy="72781"/>
          </a:xfrm>
          <a:prstGeom prst="ellipse">
            <a:avLst/>
          </a:prstGeom>
          <a:solidFill>
            <a:srgbClr val="FFFFFF">
              <a:alpha val="26975"/>
            </a:srgbClr>
          </a:solidFill>
          <a:ln w="1270">
            <a:solidFill>
              <a:srgbClr val="FFFFFF">
                <a:alpha val="2697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637409" y="3876346"/>
            <a:ext cx="76027" cy="76027"/>
          </a:xfrm>
          <a:prstGeom prst="ellipse">
            <a:avLst/>
          </a:prstGeom>
          <a:solidFill>
            <a:srgbClr val="FFFFFF">
              <a:alpha val="20555"/>
            </a:srgbClr>
          </a:solidFill>
          <a:ln w="1270">
            <a:solidFill>
              <a:srgbClr val="FFFFFF">
                <a:alpha val="205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658765" y="312412"/>
            <a:ext cx="51005" cy="51005"/>
          </a:xfrm>
          <a:prstGeom prst="ellipse">
            <a:avLst/>
          </a:prstGeom>
          <a:solidFill>
            <a:srgbClr val="FFFFFF">
              <a:alpha val="35138"/>
            </a:srgbClr>
          </a:solidFill>
          <a:ln w="1270">
            <a:solidFill>
              <a:srgbClr val="FFFFFF">
                <a:alpha val="3513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5195655" y="3370681"/>
            <a:ext cx="63022" cy="63022"/>
          </a:xfrm>
          <a:prstGeom prst="ellipse">
            <a:avLst/>
          </a:prstGeom>
          <a:solidFill>
            <a:srgbClr val="FFFFFF">
              <a:alpha val="31914"/>
            </a:srgbClr>
          </a:solidFill>
          <a:ln w="1270">
            <a:solidFill>
              <a:srgbClr val="FFFFFF">
                <a:alpha val="319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276133" y="3092184"/>
            <a:ext cx="37815" cy="37815"/>
          </a:xfrm>
          <a:prstGeom prst="ellipse">
            <a:avLst/>
          </a:prstGeom>
          <a:solidFill>
            <a:srgbClr val="FFFFFF">
              <a:alpha val="47765"/>
            </a:srgbClr>
          </a:solidFill>
          <a:ln w="1270">
            <a:solidFill>
              <a:srgbClr val="FFFFFF">
                <a:alpha val="4776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65271" y="3590705"/>
            <a:ext cx="53708" cy="53708"/>
          </a:xfrm>
          <a:prstGeom prst="ellipse">
            <a:avLst/>
          </a:prstGeom>
          <a:solidFill>
            <a:srgbClr val="FFFFFF">
              <a:alpha val="12940"/>
            </a:srgbClr>
          </a:solidFill>
          <a:ln w="1270">
            <a:solidFill>
              <a:srgbClr val="FFFFFF">
                <a:alpha val="1294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089619" y="67039"/>
            <a:ext cx="52627" cy="52627"/>
          </a:xfrm>
          <a:prstGeom prst="ellipse">
            <a:avLst/>
          </a:prstGeom>
          <a:solidFill>
            <a:srgbClr val="FFFFFF">
              <a:alpha val="11782"/>
            </a:srgbClr>
          </a:solidFill>
          <a:ln w="1270">
            <a:solidFill>
              <a:srgbClr val="FFFFFF">
                <a:alpha val="1178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241600" y="4216100"/>
            <a:ext cx="75552" cy="75552"/>
          </a:xfrm>
          <a:prstGeom prst="ellipse">
            <a:avLst/>
          </a:prstGeom>
          <a:solidFill>
            <a:srgbClr val="FFFFFF">
              <a:alpha val="18673"/>
            </a:srgbClr>
          </a:solidFill>
          <a:ln w="1270">
            <a:solidFill>
              <a:srgbClr val="FFFFFF">
                <a:alpha val="1867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846909" y="395892"/>
            <a:ext cx="66770" cy="66770"/>
          </a:xfrm>
          <a:prstGeom prst="ellipse">
            <a:avLst/>
          </a:prstGeom>
          <a:solidFill>
            <a:srgbClr val="FFFFFF">
              <a:alpha val="23397"/>
            </a:srgbClr>
          </a:solidFill>
          <a:ln w="1270">
            <a:solidFill>
              <a:srgbClr val="FFFFFF">
                <a:alpha val="2339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8320973" y="1368896"/>
            <a:ext cx="35922" cy="35922"/>
          </a:xfrm>
          <a:prstGeom prst="ellipse">
            <a:avLst/>
          </a:prstGeom>
          <a:solidFill>
            <a:srgbClr val="FFFFFF">
              <a:alpha val="10830"/>
            </a:srgbClr>
          </a:solidFill>
          <a:ln w="1270">
            <a:solidFill>
              <a:srgbClr val="FFFFFF">
                <a:alpha val="1083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348421" y="2729173"/>
            <a:ext cx="54332" cy="54332"/>
          </a:xfrm>
          <a:prstGeom prst="ellipse">
            <a:avLst/>
          </a:prstGeom>
          <a:solidFill>
            <a:srgbClr val="FFFFFF">
              <a:alpha val="23143"/>
            </a:srgbClr>
          </a:solidFill>
          <a:ln w="1270">
            <a:solidFill>
              <a:srgbClr val="FFFFFF">
                <a:alpha val="2314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9109511" y="2259102"/>
            <a:ext cx="39190" cy="39190"/>
          </a:xfrm>
          <a:prstGeom prst="ellipse">
            <a:avLst/>
          </a:prstGeom>
          <a:solidFill>
            <a:srgbClr val="FFFFFF">
              <a:alpha val="15917"/>
            </a:srgbClr>
          </a:solidFill>
          <a:ln w="1270">
            <a:solidFill>
              <a:srgbClr val="FFFFFF">
                <a:alpha val="1591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943852" y="3252473"/>
            <a:ext cx="29689" cy="29689"/>
          </a:xfrm>
          <a:prstGeom prst="ellipse">
            <a:avLst/>
          </a:prstGeom>
          <a:solidFill>
            <a:srgbClr val="FFFFFF">
              <a:alpha val="21722"/>
            </a:srgbClr>
          </a:solidFill>
          <a:ln w="1270">
            <a:solidFill>
              <a:srgbClr val="FFFFFF">
                <a:alpha val="2172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214810" y="3673445"/>
            <a:ext cx="72922" cy="72922"/>
          </a:xfrm>
          <a:prstGeom prst="ellipse">
            <a:avLst/>
          </a:prstGeom>
          <a:solidFill>
            <a:srgbClr val="FFFFFF">
              <a:alpha val="22402"/>
            </a:srgbClr>
          </a:solidFill>
          <a:ln w="1270">
            <a:solidFill>
              <a:srgbClr val="FFFFFF">
                <a:alpha val="2240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038254" y="1270857"/>
            <a:ext cx="72132" cy="72132"/>
          </a:xfrm>
          <a:prstGeom prst="ellipse">
            <a:avLst/>
          </a:prstGeom>
          <a:solidFill>
            <a:srgbClr val="FFFFFF">
              <a:alpha val="34106"/>
            </a:srgbClr>
          </a:solidFill>
          <a:ln w="1270">
            <a:solidFill>
              <a:srgbClr val="FFFFFF">
                <a:alpha val="3410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853783" y="2651818"/>
            <a:ext cx="67636" cy="67636"/>
          </a:xfrm>
          <a:prstGeom prst="ellipse">
            <a:avLst/>
          </a:prstGeom>
          <a:solidFill>
            <a:srgbClr val="FFFFFF">
              <a:alpha val="34293"/>
            </a:srgbClr>
          </a:solidFill>
          <a:ln w="1270">
            <a:solidFill>
              <a:srgbClr val="FFFFFF">
                <a:alpha val="3429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046720" y="22860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04  DEVELOPMENT PROCESS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제작 과정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804672" y="1417320"/>
            <a:ext cx="0" cy="3200400"/>
          </a:xfrm>
          <a:prstGeom prst="line">
            <a:avLst/>
          </a:prstGeom>
          <a:noFill/>
          <a:ln w="190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594360" y="1417320"/>
            <a:ext cx="420624" cy="420624"/>
          </a:xfrm>
          <a:prstGeom prst="ellipse">
            <a:avLst/>
          </a:prstGeom>
          <a:solidFill>
            <a:srgbClr val="132B50"/>
          </a:solidFill>
          <a:ln w="190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AABB"/>
                </a:solidFill>
              </a:rPr>
              <a:t>01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88720" y="1325880"/>
            <a:ext cx="7132320" cy="566928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280160" y="132588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37360" y="1362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기획 &amp; 주제 선정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737360" y="16276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철새라는 흥미로운 주제 선정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학습 도우미 컨셉 설계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2075688"/>
            <a:ext cx="420624" cy="420624"/>
          </a:xfrm>
          <a:prstGeom prst="ellipse">
            <a:avLst/>
          </a:prstGeom>
          <a:solidFill>
            <a:srgbClr val="132B50"/>
          </a:solidFill>
          <a:ln w="190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94360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AABB"/>
                </a:solidFill>
              </a:rPr>
              <a:t>02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188720" y="1984248"/>
            <a:ext cx="7132320" cy="566928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280160" y="19842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737360" y="20208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UI 디자인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737360" y="2286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밤하늘 테마 디자인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별·달·새 애니메이션 구현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" y="2734056"/>
            <a:ext cx="420624" cy="420624"/>
          </a:xfrm>
          <a:prstGeom prst="ellipse">
            <a:avLst/>
          </a:prstGeom>
          <a:solidFill>
            <a:srgbClr val="E8B84B"/>
          </a:solidFill>
          <a:ln w="1905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9436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03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188720" y="2642616"/>
            <a:ext cx="7132320" cy="566928"/>
          </a:xfrm>
          <a:prstGeom prst="rect">
            <a:avLst/>
          </a:prstGeom>
          <a:solidFill>
            <a:srgbClr val="1A3A20"/>
          </a:solidFill>
          <a:ln w="12700">
            <a:solidFill>
              <a:srgbClr val="E8B84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1280160" y="264261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737360" y="2679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</a:rPr>
              <a:t>API 연동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737360" y="29443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Claude → Gemini API 전환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무료 모델 버전 탐색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2752344"/>
            <a:ext cx="822960" cy="25603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7406640" y="2752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트러블슈팅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94360" y="3392424"/>
            <a:ext cx="420624" cy="420624"/>
          </a:xfrm>
          <a:prstGeom prst="ellipse">
            <a:avLst/>
          </a:prstGeom>
          <a:solidFill>
            <a:srgbClr val="132B50"/>
          </a:solidFill>
          <a:ln w="190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94360" y="3392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AABB"/>
                </a:solidFill>
              </a:rPr>
              <a:t>04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188720" y="3300984"/>
            <a:ext cx="7132320" cy="566928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1280160" y="330098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73736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디버깅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737360" y="360273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모델명 오류 수정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gemini-2.5-flash 확인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94360" y="4050792"/>
            <a:ext cx="420624" cy="420624"/>
          </a:xfrm>
          <a:prstGeom prst="ellipse">
            <a:avLst/>
          </a:prstGeom>
          <a:solidFill>
            <a:srgbClr val="132B50"/>
          </a:solidFill>
          <a:ln w="190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943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AAABB"/>
                </a:solidFill>
              </a:rPr>
              <a:t>05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188720" y="3959352"/>
            <a:ext cx="7132320" cy="566928"/>
          </a:xfrm>
          <a:prstGeom prst="rect">
            <a:avLst/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1280160" y="395935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73736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완성 &amp; 배포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737360" y="4261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단일 HTML 파일 완성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AAABB"/>
                </a:solidFill>
              </a:rPr>
              <a:t>URL 제출 준비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58000" y="4663440"/>
            <a:ext cx="384048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7242048" y="4498848"/>
            <a:ext cx="384048" cy="164592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62832" y="5110173"/>
            <a:ext cx="75411" cy="75411"/>
          </a:xfrm>
          <a:prstGeom prst="ellipse">
            <a:avLst/>
          </a:prstGeom>
          <a:solidFill>
            <a:srgbClr val="FFFFFF">
              <a:alpha val="26898"/>
            </a:srgbClr>
          </a:solidFill>
          <a:ln w="1270">
            <a:solidFill>
              <a:srgbClr val="FFFFFF">
                <a:alpha val="268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31994" y="3531773"/>
            <a:ext cx="56641" cy="56641"/>
          </a:xfrm>
          <a:prstGeom prst="ellipse">
            <a:avLst/>
          </a:prstGeom>
          <a:solidFill>
            <a:srgbClr val="FFFFFF">
              <a:alpha val="28708"/>
            </a:srgbClr>
          </a:solidFill>
          <a:ln w="1270">
            <a:solidFill>
              <a:srgbClr val="FFFFFF">
                <a:alpha val="2870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324014" y="3518229"/>
            <a:ext cx="75814" cy="75814"/>
          </a:xfrm>
          <a:prstGeom prst="ellipse">
            <a:avLst/>
          </a:prstGeom>
          <a:solidFill>
            <a:srgbClr val="FFFFFF">
              <a:alpha val="47141"/>
            </a:srgbClr>
          </a:solidFill>
          <a:ln w="1270">
            <a:solidFill>
              <a:srgbClr val="FFFFFF">
                <a:alpha val="4714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755755" y="4192985"/>
            <a:ext cx="53314" cy="53314"/>
          </a:xfrm>
          <a:prstGeom prst="ellipse">
            <a:avLst/>
          </a:prstGeom>
          <a:solidFill>
            <a:srgbClr val="FFFFFF">
              <a:alpha val="12667"/>
            </a:srgbClr>
          </a:solidFill>
          <a:ln w="1270">
            <a:solidFill>
              <a:srgbClr val="FFFFFF">
                <a:alpha val="126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914448" y="4512109"/>
            <a:ext cx="29306" cy="29306"/>
          </a:xfrm>
          <a:prstGeom prst="ellipse">
            <a:avLst/>
          </a:prstGeom>
          <a:solidFill>
            <a:srgbClr val="FFFFFF">
              <a:alpha val="13817"/>
            </a:srgbClr>
          </a:solidFill>
          <a:ln w="1270">
            <a:solidFill>
              <a:srgbClr val="FFFFFF">
                <a:alpha val="1381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05246" y="4125234"/>
            <a:ext cx="61858" cy="61858"/>
          </a:xfrm>
          <a:prstGeom prst="ellipse">
            <a:avLst/>
          </a:prstGeom>
          <a:solidFill>
            <a:srgbClr val="FFFFFF">
              <a:alpha val="22629"/>
            </a:srgbClr>
          </a:solidFill>
          <a:ln w="1270">
            <a:solidFill>
              <a:srgbClr val="FFFFFF">
                <a:alpha val="2262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39139" y="1869108"/>
            <a:ext cx="37167" cy="37167"/>
          </a:xfrm>
          <a:prstGeom prst="ellipse">
            <a:avLst/>
          </a:prstGeom>
          <a:solidFill>
            <a:srgbClr val="FFFFFF">
              <a:alpha val="10046"/>
            </a:srgbClr>
          </a:solidFill>
          <a:ln w="1270">
            <a:solidFill>
              <a:srgbClr val="FFFFFF">
                <a:alpha val="1004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97205" y="4573788"/>
            <a:ext cx="75803" cy="75803"/>
          </a:xfrm>
          <a:prstGeom prst="ellipse">
            <a:avLst/>
          </a:prstGeom>
          <a:solidFill>
            <a:srgbClr val="FFFFFF">
              <a:alpha val="44055"/>
            </a:srgbClr>
          </a:solidFill>
          <a:ln w="1270">
            <a:solidFill>
              <a:srgbClr val="FFFFFF">
                <a:alpha val="440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73010" y="3345593"/>
            <a:ext cx="63497" cy="63497"/>
          </a:xfrm>
          <a:prstGeom prst="ellipse">
            <a:avLst/>
          </a:prstGeom>
          <a:solidFill>
            <a:srgbClr val="FFFFFF">
              <a:alpha val="20640"/>
            </a:srgbClr>
          </a:solidFill>
          <a:ln w="1270">
            <a:solidFill>
              <a:srgbClr val="FFFFFF">
                <a:alpha val="2064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54977" y="3217279"/>
            <a:ext cx="32391" cy="32391"/>
          </a:xfrm>
          <a:prstGeom prst="ellipse">
            <a:avLst/>
          </a:prstGeom>
          <a:solidFill>
            <a:srgbClr val="FFFFFF">
              <a:alpha val="43836"/>
            </a:srgbClr>
          </a:solidFill>
          <a:ln w="1270">
            <a:solidFill>
              <a:srgbClr val="FFFFFF">
                <a:alpha val="438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572597" y="547100"/>
            <a:ext cx="37047" cy="37047"/>
          </a:xfrm>
          <a:prstGeom prst="ellipse">
            <a:avLst/>
          </a:prstGeom>
          <a:solidFill>
            <a:srgbClr val="FFFFFF">
              <a:alpha val="36814"/>
            </a:srgbClr>
          </a:solidFill>
          <a:ln w="1270">
            <a:solidFill>
              <a:srgbClr val="FFFFFF">
                <a:alpha val="3681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36124" y="3682348"/>
            <a:ext cx="39985" cy="39985"/>
          </a:xfrm>
          <a:prstGeom prst="ellipse">
            <a:avLst/>
          </a:prstGeom>
          <a:solidFill>
            <a:srgbClr val="FFFFFF">
              <a:alpha val="18675"/>
            </a:srgbClr>
          </a:solidFill>
          <a:ln w="1270">
            <a:solidFill>
              <a:srgbClr val="FFFFFF">
                <a:alpha val="1867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926184" y="3989549"/>
            <a:ext cx="55337" cy="55337"/>
          </a:xfrm>
          <a:prstGeom prst="ellipse">
            <a:avLst/>
          </a:prstGeom>
          <a:solidFill>
            <a:srgbClr val="FFFFFF">
              <a:alpha val="10431"/>
            </a:srgbClr>
          </a:solidFill>
          <a:ln w="1270">
            <a:solidFill>
              <a:srgbClr val="FFFFFF">
                <a:alpha val="1043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184159" y="2250955"/>
            <a:ext cx="66145" cy="66145"/>
          </a:xfrm>
          <a:prstGeom prst="ellipse">
            <a:avLst/>
          </a:prstGeom>
          <a:solidFill>
            <a:srgbClr val="FFFFFF">
              <a:alpha val="35667"/>
            </a:srgbClr>
          </a:solidFill>
          <a:ln w="1270">
            <a:solidFill>
              <a:srgbClr val="FFFFFF">
                <a:alpha val="356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025165" y="3979759"/>
            <a:ext cx="82056" cy="82056"/>
          </a:xfrm>
          <a:prstGeom prst="ellipse">
            <a:avLst/>
          </a:prstGeom>
          <a:solidFill>
            <a:srgbClr val="FFFFFF">
              <a:alpha val="18176"/>
            </a:srgbClr>
          </a:solidFill>
          <a:ln w="1270">
            <a:solidFill>
              <a:srgbClr val="FFFFFF">
                <a:alpha val="1817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86095" y="750662"/>
            <a:ext cx="70689" cy="70689"/>
          </a:xfrm>
          <a:prstGeom prst="ellipse">
            <a:avLst/>
          </a:prstGeom>
          <a:solidFill>
            <a:srgbClr val="FFFFFF">
              <a:alpha val="12878"/>
            </a:srgbClr>
          </a:solidFill>
          <a:ln w="1270">
            <a:solidFill>
              <a:srgbClr val="FFFFFF">
                <a:alpha val="1287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825282" y="2963316"/>
            <a:ext cx="55364" cy="55364"/>
          </a:xfrm>
          <a:prstGeom prst="ellipse">
            <a:avLst/>
          </a:prstGeom>
          <a:solidFill>
            <a:srgbClr val="FFFFFF">
              <a:alpha val="15860"/>
            </a:srgbClr>
          </a:solidFill>
          <a:ln w="1270">
            <a:solidFill>
              <a:srgbClr val="FFFFFF">
                <a:alpha val="1586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289505" y="2205028"/>
            <a:ext cx="55820" cy="55820"/>
          </a:xfrm>
          <a:prstGeom prst="ellipse">
            <a:avLst/>
          </a:prstGeom>
          <a:solidFill>
            <a:srgbClr val="FFFFFF">
              <a:alpha val="13185"/>
            </a:srgbClr>
          </a:solidFill>
          <a:ln w="1270">
            <a:solidFill>
              <a:srgbClr val="FFFFFF">
                <a:alpha val="1318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444336" y="2018375"/>
            <a:ext cx="37958" cy="37958"/>
          </a:xfrm>
          <a:prstGeom prst="ellipse">
            <a:avLst/>
          </a:prstGeom>
          <a:solidFill>
            <a:srgbClr val="FFFFFF">
              <a:alpha val="43065"/>
            </a:srgbClr>
          </a:solidFill>
          <a:ln w="1270">
            <a:solidFill>
              <a:srgbClr val="FFFFFF">
                <a:alpha val="4306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662294" y="4016427"/>
            <a:ext cx="65065" cy="65065"/>
          </a:xfrm>
          <a:prstGeom prst="ellipse">
            <a:avLst/>
          </a:prstGeom>
          <a:solidFill>
            <a:srgbClr val="FFFFFF">
              <a:alpha val="14815"/>
            </a:srgbClr>
          </a:solidFill>
          <a:ln w="1270">
            <a:solidFill>
              <a:srgbClr val="FFFFFF">
                <a:alpha val="1481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516859" y="3456088"/>
            <a:ext cx="41996" cy="41996"/>
          </a:xfrm>
          <a:prstGeom prst="ellipse">
            <a:avLst/>
          </a:prstGeom>
          <a:solidFill>
            <a:srgbClr val="FFFFFF">
              <a:alpha val="28928"/>
            </a:srgbClr>
          </a:solidFill>
          <a:ln w="1270">
            <a:solidFill>
              <a:srgbClr val="FFFFFF">
                <a:alpha val="289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15823" y="244806"/>
            <a:ext cx="42749" cy="42749"/>
          </a:xfrm>
          <a:prstGeom prst="ellipse">
            <a:avLst/>
          </a:prstGeom>
          <a:solidFill>
            <a:srgbClr val="FFFFFF">
              <a:alpha val="31040"/>
            </a:srgbClr>
          </a:solidFill>
          <a:ln w="1270">
            <a:solidFill>
              <a:srgbClr val="FFFFFF">
                <a:alpha val="3104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383265" y="2362263"/>
            <a:ext cx="57915" cy="57915"/>
          </a:xfrm>
          <a:prstGeom prst="ellipse">
            <a:avLst/>
          </a:prstGeom>
          <a:solidFill>
            <a:srgbClr val="FFFFFF">
              <a:alpha val="44083"/>
            </a:srgbClr>
          </a:solidFill>
          <a:ln w="1270">
            <a:solidFill>
              <a:srgbClr val="FFFFFF">
                <a:alpha val="4408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93178" y="274013"/>
            <a:ext cx="77233" cy="77233"/>
          </a:xfrm>
          <a:prstGeom prst="ellipse">
            <a:avLst/>
          </a:prstGeom>
          <a:solidFill>
            <a:srgbClr val="FFFFFF">
              <a:alpha val="35598"/>
            </a:srgbClr>
          </a:solidFill>
          <a:ln w="1270">
            <a:solidFill>
              <a:srgbClr val="FFFFFF">
                <a:alpha val="355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132916" y="4870091"/>
            <a:ext cx="42659" cy="42659"/>
          </a:xfrm>
          <a:prstGeom prst="ellipse">
            <a:avLst/>
          </a:prstGeom>
          <a:solidFill>
            <a:srgbClr val="FFFFFF">
              <a:alpha val="36384"/>
            </a:srgbClr>
          </a:solidFill>
          <a:ln w="1270">
            <a:solidFill>
              <a:srgbClr val="FFFFFF">
                <a:alpha val="363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276145" y="283774"/>
            <a:ext cx="58827" cy="58827"/>
          </a:xfrm>
          <a:prstGeom prst="ellipse">
            <a:avLst/>
          </a:prstGeom>
          <a:solidFill>
            <a:srgbClr val="FFFFFF">
              <a:alpha val="49138"/>
            </a:srgbClr>
          </a:solidFill>
          <a:ln w="1270">
            <a:solidFill>
              <a:srgbClr val="FFFFFF">
                <a:alpha val="4913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101466" y="2282937"/>
            <a:ext cx="72868" cy="72868"/>
          </a:xfrm>
          <a:prstGeom prst="ellipse">
            <a:avLst/>
          </a:prstGeom>
          <a:solidFill>
            <a:srgbClr val="FFFFFF">
              <a:alpha val="47611"/>
            </a:srgbClr>
          </a:solidFill>
          <a:ln w="1270">
            <a:solidFill>
              <a:srgbClr val="FFFFFF">
                <a:alpha val="4761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408753" y="955650"/>
            <a:ext cx="66595" cy="66595"/>
          </a:xfrm>
          <a:prstGeom prst="ellipse">
            <a:avLst/>
          </a:prstGeom>
          <a:solidFill>
            <a:srgbClr val="FFFFFF">
              <a:alpha val="16539"/>
            </a:srgbClr>
          </a:solidFill>
          <a:ln w="1270">
            <a:solidFill>
              <a:srgbClr val="FFFFFF">
                <a:alpha val="1653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627509" y="4885514"/>
            <a:ext cx="48130" cy="48130"/>
          </a:xfrm>
          <a:prstGeom prst="ellipse">
            <a:avLst/>
          </a:prstGeom>
          <a:solidFill>
            <a:srgbClr val="FFFFFF">
              <a:alpha val="46286"/>
            </a:srgbClr>
          </a:solidFill>
          <a:ln w="1270">
            <a:solidFill>
              <a:srgbClr val="FFFFFF">
                <a:alpha val="4628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996120" y="3002792"/>
            <a:ext cx="57311" cy="57311"/>
          </a:xfrm>
          <a:prstGeom prst="ellipse">
            <a:avLst/>
          </a:prstGeom>
          <a:solidFill>
            <a:srgbClr val="FFFFFF">
              <a:alpha val="32577"/>
            </a:srgbClr>
          </a:solidFill>
          <a:ln w="1270">
            <a:solidFill>
              <a:srgbClr val="FFFFFF">
                <a:alpha val="325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229600" y="18288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04-1  TROUBLESHOOTING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트러블슈팅</a:t>
            </a:r>
            <a:endParaRPr lang="en-US" sz="3200" dirty="0"/>
          </a:p>
        </p:txBody>
      </p:sp>
      <p:sp>
        <p:nvSpPr>
          <p:cNvPr id="35" name="Shape 33"/>
          <p:cNvSpPr/>
          <p:nvPr/>
        </p:nvSpPr>
        <p:spPr>
          <a:xfrm>
            <a:off x="457200" y="1234440"/>
            <a:ext cx="8229600" cy="1115568"/>
          </a:xfrm>
          <a:prstGeom prst="rect">
            <a:avLst/>
          </a:prstGeom>
          <a:solidFill>
            <a:srgbClr val="8B1A1A"/>
          </a:solidFill>
          <a:ln w="10160">
            <a:solidFill>
              <a:srgbClr val="FF6B6B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1234440"/>
            <a:ext cx="123444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1234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Issue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" y="150876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CORS 오류 — Claude API 직접 호출 불가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" y="181051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ABB"/>
                </a:solidFill>
              </a:rPr>
              <a:t>브라우저에서 api.anthropic.com 직접 호출 시 차단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4360" y="20574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→  Gemini API로 전환 (브라우저 직접 호출 허용)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2468880"/>
            <a:ext cx="8229600" cy="1115568"/>
          </a:xfrm>
          <a:prstGeom prst="rect">
            <a:avLst/>
          </a:prstGeom>
          <a:solidFill>
            <a:srgbClr val="5C3A00"/>
          </a:solidFill>
          <a:ln w="10160">
            <a:solidFill>
              <a:srgbClr val="F5A623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7200" y="2468880"/>
            <a:ext cx="12344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Issue 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4360" y="27432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Quota 초과 — gemini-2.0-flash 무료 한도 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4360" y="30449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ABB"/>
                </a:solidFill>
              </a:rPr>
              <a:t>2026년 3월 gemini-2.0-flash 무료 티어 deprecated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94360" y="32918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→  gemini-1.5-flash 시도 → 역시 미지원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703320"/>
            <a:ext cx="8229600" cy="1115568"/>
          </a:xfrm>
          <a:prstGeom prst="rect">
            <a:avLst/>
          </a:prstGeom>
          <a:solidFill>
            <a:srgbClr val="0A2E1A"/>
          </a:solidFill>
          <a:ln w="10160">
            <a:solidFill>
              <a:srgbClr val="1D9E75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457200" y="3703320"/>
            <a:ext cx="123444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57200" y="37033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Issue 3  ✓  해결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4360" y="3977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모델명 오류 — 지원 모델 탐색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4360" y="42793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AABB"/>
                </a:solidFill>
              </a:rPr>
              <a:t>gemini-1.5-flash가 v1beta에서 찾을 수 없음 오류 발생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94360" y="452628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9E75"/>
                </a:solidFill>
              </a:rPr>
              <a:t>→  gemini-2.5-flash로 변경 → 정상 동작 확인!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772400" y="4663440"/>
            <a:ext cx="352044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124444" y="4512564"/>
            <a:ext cx="352044" cy="150876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8048" y="4863581"/>
            <a:ext cx="71274" cy="71274"/>
          </a:xfrm>
          <a:prstGeom prst="ellipse">
            <a:avLst/>
          </a:prstGeom>
          <a:solidFill>
            <a:srgbClr val="FFFFFF">
              <a:alpha val="24928"/>
            </a:srgbClr>
          </a:solidFill>
          <a:ln w="1270">
            <a:solidFill>
              <a:srgbClr val="FFFFFF">
                <a:alpha val="249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7564" y="425880"/>
            <a:ext cx="56005" cy="56005"/>
          </a:xfrm>
          <a:prstGeom prst="ellipse">
            <a:avLst/>
          </a:prstGeom>
          <a:solidFill>
            <a:srgbClr val="FFFFFF">
              <a:alpha val="12594"/>
            </a:srgbClr>
          </a:solidFill>
          <a:ln w="1270">
            <a:solidFill>
              <a:srgbClr val="FFFFFF">
                <a:alpha val="1259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357690" y="2767879"/>
            <a:ext cx="55473" cy="55473"/>
          </a:xfrm>
          <a:prstGeom prst="ellipse">
            <a:avLst/>
          </a:prstGeom>
          <a:solidFill>
            <a:srgbClr val="FFFFFF">
              <a:alpha val="26906"/>
            </a:srgbClr>
          </a:solidFill>
          <a:ln w="1270">
            <a:solidFill>
              <a:srgbClr val="FFFFFF">
                <a:alpha val="2690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937503" y="4009340"/>
            <a:ext cx="66006" cy="66006"/>
          </a:xfrm>
          <a:prstGeom prst="ellipse">
            <a:avLst/>
          </a:prstGeom>
          <a:solidFill>
            <a:srgbClr val="FFFFFF">
              <a:alpha val="20307"/>
            </a:srgbClr>
          </a:solidFill>
          <a:ln w="1270">
            <a:solidFill>
              <a:srgbClr val="FFFFFF">
                <a:alpha val="2030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687755" y="1294158"/>
            <a:ext cx="80428" cy="80428"/>
          </a:xfrm>
          <a:prstGeom prst="ellipse">
            <a:avLst/>
          </a:prstGeom>
          <a:solidFill>
            <a:srgbClr val="FFFFFF">
              <a:alpha val="19048"/>
            </a:srgbClr>
          </a:solidFill>
          <a:ln w="1270">
            <a:solidFill>
              <a:srgbClr val="FFFFFF">
                <a:alpha val="190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963794" y="4663247"/>
            <a:ext cx="74859" cy="74859"/>
          </a:xfrm>
          <a:prstGeom prst="ellipse">
            <a:avLst/>
          </a:prstGeom>
          <a:solidFill>
            <a:srgbClr val="FFFFFF">
              <a:alpha val="14541"/>
            </a:srgbClr>
          </a:solidFill>
          <a:ln w="1270">
            <a:solidFill>
              <a:srgbClr val="FFFFFF">
                <a:alpha val="1454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089176" y="2941380"/>
            <a:ext cx="35271" cy="35271"/>
          </a:xfrm>
          <a:prstGeom prst="ellipse">
            <a:avLst/>
          </a:prstGeom>
          <a:solidFill>
            <a:srgbClr val="FFFFFF">
              <a:alpha val="47833"/>
            </a:srgbClr>
          </a:solidFill>
          <a:ln w="1270">
            <a:solidFill>
              <a:srgbClr val="FFFFFF">
                <a:alpha val="4783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144695" y="3490255"/>
            <a:ext cx="56924" cy="56924"/>
          </a:xfrm>
          <a:prstGeom prst="ellipse">
            <a:avLst/>
          </a:prstGeom>
          <a:solidFill>
            <a:srgbClr val="FFFFFF">
              <a:alpha val="34683"/>
            </a:srgbClr>
          </a:solidFill>
          <a:ln w="1270">
            <a:solidFill>
              <a:srgbClr val="FFFFFF">
                <a:alpha val="3468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1443" y="2554787"/>
            <a:ext cx="50741" cy="50741"/>
          </a:xfrm>
          <a:prstGeom prst="ellipse">
            <a:avLst/>
          </a:prstGeom>
          <a:solidFill>
            <a:srgbClr val="FFFFFF">
              <a:alpha val="38796"/>
            </a:srgbClr>
          </a:solidFill>
          <a:ln w="1270">
            <a:solidFill>
              <a:srgbClr val="FFFFFF">
                <a:alpha val="3879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14334" y="5115842"/>
            <a:ext cx="65770" cy="65770"/>
          </a:xfrm>
          <a:prstGeom prst="ellipse">
            <a:avLst/>
          </a:prstGeom>
          <a:solidFill>
            <a:srgbClr val="FFFFFF">
              <a:alpha val="45848"/>
            </a:srgbClr>
          </a:solidFill>
          <a:ln w="1270">
            <a:solidFill>
              <a:srgbClr val="FFFFFF">
                <a:alpha val="458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23145" y="2596627"/>
            <a:ext cx="56144" cy="56144"/>
          </a:xfrm>
          <a:prstGeom prst="ellipse">
            <a:avLst/>
          </a:prstGeom>
          <a:solidFill>
            <a:srgbClr val="FFFFFF">
              <a:alpha val="43565"/>
            </a:srgbClr>
          </a:solidFill>
          <a:ln w="1270">
            <a:solidFill>
              <a:srgbClr val="FFFFFF">
                <a:alpha val="4356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08961" y="1298695"/>
            <a:ext cx="51876" cy="51876"/>
          </a:xfrm>
          <a:prstGeom prst="ellipse">
            <a:avLst/>
          </a:prstGeom>
          <a:solidFill>
            <a:srgbClr val="FFFFFF">
              <a:alpha val="13680"/>
            </a:srgbClr>
          </a:solidFill>
          <a:ln w="1270">
            <a:solidFill>
              <a:srgbClr val="FFFFFF">
                <a:alpha val="1368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149895" y="2612072"/>
            <a:ext cx="75337" cy="75337"/>
          </a:xfrm>
          <a:prstGeom prst="ellipse">
            <a:avLst/>
          </a:prstGeom>
          <a:solidFill>
            <a:srgbClr val="FFFFFF">
              <a:alpha val="41213"/>
            </a:srgbClr>
          </a:solidFill>
          <a:ln w="1270">
            <a:solidFill>
              <a:srgbClr val="FFFFFF">
                <a:alpha val="4121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142253" y="2283404"/>
            <a:ext cx="71256" cy="71256"/>
          </a:xfrm>
          <a:prstGeom prst="ellipse">
            <a:avLst/>
          </a:prstGeom>
          <a:solidFill>
            <a:srgbClr val="FFFFFF">
              <a:alpha val="36204"/>
            </a:srgbClr>
          </a:solidFill>
          <a:ln w="1270">
            <a:solidFill>
              <a:srgbClr val="FFFFFF">
                <a:alpha val="3620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166003" y="2691979"/>
            <a:ext cx="44653" cy="44653"/>
          </a:xfrm>
          <a:prstGeom prst="ellipse">
            <a:avLst/>
          </a:prstGeom>
          <a:solidFill>
            <a:srgbClr val="FFFFFF">
              <a:alpha val="37128"/>
            </a:srgbClr>
          </a:solidFill>
          <a:ln w="1270">
            <a:solidFill>
              <a:srgbClr val="FFFFFF">
                <a:alpha val="371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770871" y="1410497"/>
            <a:ext cx="57680" cy="57680"/>
          </a:xfrm>
          <a:prstGeom prst="ellipse">
            <a:avLst/>
          </a:prstGeom>
          <a:solidFill>
            <a:srgbClr val="FFFFFF">
              <a:alpha val="14084"/>
            </a:srgbClr>
          </a:solidFill>
          <a:ln w="1270">
            <a:solidFill>
              <a:srgbClr val="FFFFFF">
                <a:alpha val="140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631052" y="1357119"/>
            <a:ext cx="73567" cy="73567"/>
          </a:xfrm>
          <a:prstGeom prst="ellipse">
            <a:avLst/>
          </a:prstGeom>
          <a:solidFill>
            <a:srgbClr val="FFFFFF">
              <a:alpha val="49898"/>
            </a:srgbClr>
          </a:solidFill>
          <a:ln w="1270">
            <a:solidFill>
              <a:srgbClr val="FFFFFF">
                <a:alpha val="498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21691" y="680539"/>
            <a:ext cx="40948" cy="40948"/>
          </a:xfrm>
          <a:prstGeom prst="ellipse">
            <a:avLst/>
          </a:prstGeom>
          <a:solidFill>
            <a:srgbClr val="FFFFFF">
              <a:alpha val="21460"/>
            </a:srgbClr>
          </a:solidFill>
          <a:ln w="1270">
            <a:solidFill>
              <a:srgbClr val="FFFFFF">
                <a:alpha val="2146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051319" y="809813"/>
            <a:ext cx="32018" cy="32018"/>
          </a:xfrm>
          <a:prstGeom prst="ellipse">
            <a:avLst/>
          </a:prstGeom>
          <a:solidFill>
            <a:srgbClr val="FFFFFF">
              <a:alpha val="22409"/>
            </a:srgbClr>
          </a:solidFill>
          <a:ln w="1270">
            <a:solidFill>
              <a:srgbClr val="FFFFFF">
                <a:alpha val="2240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546522" y="1862209"/>
            <a:ext cx="35173" cy="35173"/>
          </a:xfrm>
          <a:prstGeom prst="ellipse">
            <a:avLst/>
          </a:prstGeom>
          <a:solidFill>
            <a:srgbClr val="FFFFFF">
              <a:alpha val="38226"/>
            </a:srgbClr>
          </a:solidFill>
          <a:ln w="1270">
            <a:solidFill>
              <a:srgbClr val="FFFFFF">
                <a:alpha val="3822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031427" y="3044211"/>
            <a:ext cx="63648" cy="63648"/>
          </a:xfrm>
          <a:prstGeom prst="ellipse">
            <a:avLst/>
          </a:prstGeom>
          <a:solidFill>
            <a:srgbClr val="FFFFFF">
              <a:alpha val="48824"/>
            </a:srgbClr>
          </a:solidFill>
          <a:ln w="1270">
            <a:solidFill>
              <a:srgbClr val="FFFFFF">
                <a:alpha val="488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549133" y="3092451"/>
            <a:ext cx="57366" cy="57366"/>
          </a:xfrm>
          <a:prstGeom prst="ellipse">
            <a:avLst/>
          </a:prstGeom>
          <a:solidFill>
            <a:srgbClr val="FFFFFF">
              <a:alpha val="15555"/>
            </a:srgbClr>
          </a:solidFill>
          <a:ln w="1270">
            <a:solidFill>
              <a:srgbClr val="FFFFFF">
                <a:alpha val="1555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13201" y="3638597"/>
            <a:ext cx="56272" cy="56272"/>
          </a:xfrm>
          <a:prstGeom prst="ellipse">
            <a:avLst/>
          </a:prstGeom>
          <a:solidFill>
            <a:srgbClr val="FFFFFF">
              <a:alpha val="12984"/>
            </a:srgbClr>
          </a:solidFill>
          <a:ln w="1270">
            <a:solidFill>
              <a:srgbClr val="FFFFFF">
                <a:alpha val="129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876478" y="2005573"/>
            <a:ext cx="29947" cy="29947"/>
          </a:xfrm>
          <a:prstGeom prst="ellipse">
            <a:avLst/>
          </a:prstGeom>
          <a:solidFill>
            <a:srgbClr val="FFFFFF">
              <a:alpha val="17324"/>
            </a:srgbClr>
          </a:solidFill>
          <a:ln w="1270">
            <a:solidFill>
              <a:srgbClr val="FFFFFF">
                <a:alpha val="173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048500" y="4245521"/>
            <a:ext cx="74963" cy="74963"/>
          </a:xfrm>
          <a:prstGeom prst="ellipse">
            <a:avLst/>
          </a:prstGeom>
          <a:solidFill>
            <a:srgbClr val="FFFFFF">
              <a:alpha val="37161"/>
            </a:srgbClr>
          </a:solidFill>
          <a:ln w="1270">
            <a:solidFill>
              <a:srgbClr val="FFFFFF">
                <a:alpha val="3716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918977" y="793250"/>
            <a:ext cx="51246" cy="51246"/>
          </a:xfrm>
          <a:prstGeom prst="ellipse">
            <a:avLst/>
          </a:prstGeom>
          <a:solidFill>
            <a:srgbClr val="FFFFFF">
              <a:alpha val="25135"/>
            </a:srgbClr>
          </a:solidFill>
          <a:ln w="1270">
            <a:solidFill>
              <a:srgbClr val="FFFFFF">
                <a:alpha val="2513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66355" y="1857998"/>
            <a:ext cx="50746" cy="50746"/>
          </a:xfrm>
          <a:prstGeom prst="ellipse">
            <a:avLst/>
          </a:prstGeom>
          <a:solidFill>
            <a:srgbClr val="FFFFFF">
              <a:alpha val="18162"/>
            </a:srgbClr>
          </a:solidFill>
          <a:ln w="1270">
            <a:solidFill>
              <a:srgbClr val="FFFFFF">
                <a:alpha val="1816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5251359" y="3449310"/>
            <a:ext cx="44169" cy="44169"/>
          </a:xfrm>
          <a:prstGeom prst="ellipse">
            <a:avLst/>
          </a:prstGeom>
          <a:solidFill>
            <a:srgbClr val="FFFFFF">
              <a:alpha val="32913"/>
            </a:srgbClr>
          </a:solidFill>
          <a:ln w="1270">
            <a:solidFill>
              <a:srgbClr val="FFFFFF">
                <a:alpha val="3291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41851" y="814306"/>
            <a:ext cx="76553" cy="76553"/>
          </a:xfrm>
          <a:prstGeom prst="ellipse">
            <a:avLst/>
          </a:prstGeom>
          <a:solidFill>
            <a:srgbClr val="FFFFFF">
              <a:alpha val="48848"/>
            </a:srgbClr>
          </a:solidFill>
          <a:ln w="1270">
            <a:solidFill>
              <a:srgbClr val="FFFFFF">
                <a:alpha val="488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409761" y="4067642"/>
            <a:ext cx="52309" cy="52309"/>
          </a:xfrm>
          <a:prstGeom prst="ellipse">
            <a:avLst/>
          </a:prstGeom>
          <a:solidFill>
            <a:srgbClr val="FFFFFF">
              <a:alpha val="23279"/>
            </a:srgbClr>
          </a:solidFill>
          <a:ln w="1270">
            <a:solidFill>
              <a:srgbClr val="FFFFFF">
                <a:alpha val="2327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992037" y="813160"/>
            <a:ext cx="75422" cy="75422"/>
          </a:xfrm>
          <a:prstGeom prst="ellipse">
            <a:avLst/>
          </a:prstGeom>
          <a:solidFill>
            <a:srgbClr val="FFFFFF">
              <a:alpha val="12497"/>
            </a:srgbClr>
          </a:solidFill>
          <a:ln w="1270">
            <a:solidFill>
              <a:srgbClr val="FFFFFF">
                <a:alpha val="1249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317334" y="1289074"/>
            <a:ext cx="45165" cy="45165"/>
          </a:xfrm>
          <a:prstGeom prst="ellipse">
            <a:avLst/>
          </a:prstGeom>
          <a:solidFill>
            <a:srgbClr val="FFFFFF">
              <a:alpha val="39082"/>
            </a:srgbClr>
          </a:solidFill>
          <a:ln w="1270">
            <a:solidFill>
              <a:srgbClr val="FFFFFF">
                <a:alpha val="3908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046720" y="228600"/>
            <a:ext cx="502920" cy="50292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65760" y="228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9A7630"/>
                </a:solidFill>
              </a:rPr>
              <a:t>05  DEMO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시연 — 사용 방법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457200" y="1307592"/>
            <a:ext cx="420624" cy="42062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57200" y="1307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HTML 파일 열기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15361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브라우저에서 파일을 열면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바로 챗봇 화면이 로드됩니다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2221992"/>
            <a:ext cx="420624" cy="42062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5720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05840" y="2148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API 키 입력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05840" y="2450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aistudio.google.com에서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무료 키 발급 후 모달에 입력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3136392"/>
            <a:ext cx="420624" cy="42062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5840" y="3063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주제 선택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005840" y="33649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6가지 주제 중 원하는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분야를 클릭합니다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050792"/>
            <a:ext cx="420624" cy="42062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5720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05840" y="39776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E8D8"/>
                </a:solidFill>
              </a:rPr>
              <a:t>질문 입력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005840" y="42793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Enter로 전송,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AABB"/>
                </a:solidFill>
              </a:rPr>
              <a:t>Gemini가 즉시 답변!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120640" y="1143000"/>
            <a:ext cx="3657600" cy="3703320"/>
          </a:xfrm>
          <a:prstGeom prst="rect">
            <a:avLst/>
          </a:prstGeom>
          <a:solidFill>
            <a:srgbClr val="08152A"/>
          </a:solidFill>
          <a:ln w="10160">
            <a:solidFill>
              <a:srgbClr val="1E3E68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5120640" y="1143000"/>
            <a:ext cx="3657600" cy="457200"/>
          </a:xfrm>
          <a:prstGeom prst="rect">
            <a:avLst/>
          </a:prstGeom>
          <a:solidFill>
            <a:srgbClr val="132B50"/>
          </a:solidFill>
          <a:ln w="1270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212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</a:rPr>
              <a:t>🦅  철새의 여정  ·  Gemini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83680" y="17373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A2F4A"/>
          </a:solidFill>
          <a:ln w="6350">
            <a:solidFill>
              <a:srgbClr val="7FB3D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583680" y="1737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E8D8"/>
                </a:solidFill>
              </a:rPr>
              <a:t>두루미가 왜 V자로 날아요?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212080" y="23774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5303520" y="24231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0E8D8"/>
                </a:solidFill>
              </a:rPr>
              <a:t>🦅  V자 편대 비행은 앞 새의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0E8D8"/>
                </a:solidFill>
              </a:rPr>
              <a:t>날갯짓이 만드는 상승기류를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0E8D8"/>
                </a:solidFill>
              </a:rPr>
              <a:t>활용해 에너지를 30% 절약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0E8D8"/>
                </a:solidFill>
              </a:rPr>
              <a:t>하기 위한 생존 전략입니다!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212080" y="3703320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132B50"/>
          </a:solidFill>
          <a:ln w="635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5212080" y="3703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8B84B"/>
                </a:solidFill>
              </a:rPr>
              <a:t>🦢 철새 종류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080760" y="3703320"/>
            <a:ext cx="777240" cy="228600"/>
          </a:xfrm>
          <a:prstGeom prst="roundRect">
            <a:avLst>
              <a:gd name="adj" fmla="val 24000"/>
            </a:avLst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/>
          <p:nvPr/>
        </p:nvSpPr>
        <p:spPr>
          <a:xfrm>
            <a:off x="6080760" y="3703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BB"/>
                </a:solidFill>
              </a:rPr>
              <a:t>🗺️ 이동 경로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120640" y="4114800"/>
            <a:ext cx="3657600" cy="411480"/>
          </a:xfrm>
          <a:prstGeom prst="rect">
            <a:avLst/>
          </a:prstGeom>
          <a:solidFill>
            <a:srgbClr val="0A1E38"/>
          </a:solidFill>
          <a:ln w="1270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212080" y="4169664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132B50"/>
          </a:solidFill>
          <a:ln w="6350">
            <a:solidFill>
              <a:srgbClr val="1E3E6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257800" y="4178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</a:rPr>
              <a:t>질문을 입력하세요...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8321040" y="4160520"/>
            <a:ext cx="320040" cy="3200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83210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</a:rPr>
              <a:t>▶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2216" y="4440"/>
            <a:ext cx="44917" cy="44917"/>
          </a:xfrm>
          <a:prstGeom prst="ellipse">
            <a:avLst/>
          </a:prstGeom>
          <a:solidFill>
            <a:srgbClr val="FFFFFF">
              <a:alpha val="27178"/>
            </a:srgbClr>
          </a:solidFill>
          <a:ln w="1270">
            <a:solidFill>
              <a:srgbClr val="FFFFFF">
                <a:alpha val="2717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758870" y="4959020"/>
            <a:ext cx="49058" cy="49058"/>
          </a:xfrm>
          <a:prstGeom prst="ellipse">
            <a:avLst/>
          </a:prstGeom>
          <a:solidFill>
            <a:srgbClr val="FFFFFF">
              <a:alpha val="24329"/>
            </a:srgbClr>
          </a:solidFill>
          <a:ln w="1270">
            <a:solidFill>
              <a:srgbClr val="FFFFFF">
                <a:alpha val="2432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47792" y="1385770"/>
            <a:ext cx="61766" cy="61766"/>
          </a:xfrm>
          <a:prstGeom prst="ellipse">
            <a:avLst/>
          </a:prstGeom>
          <a:solidFill>
            <a:srgbClr val="FFFFFF">
              <a:alpha val="35348"/>
            </a:srgbClr>
          </a:solidFill>
          <a:ln w="1270">
            <a:solidFill>
              <a:srgbClr val="FFFFFF">
                <a:alpha val="3534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8494" y="4430700"/>
            <a:ext cx="74489" cy="74489"/>
          </a:xfrm>
          <a:prstGeom prst="ellipse">
            <a:avLst/>
          </a:prstGeom>
          <a:solidFill>
            <a:srgbClr val="FFFFFF">
              <a:alpha val="45035"/>
            </a:srgbClr>
          </a:solidFill>
          <a:ln w="1270">
            <a:solidFill>
              <a:srgbClr val="FFFFFF">
                <a:alpha val="4503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555101" y="843519"/>
            <a:ext cx="46608" cy="46608"/>
          </a:xfrm>
          <a:prstGeom prst="ellipse">
            <a:avLst/>
          </a:prstGeom>
          <a:solidFill>
            <a:srgbClr val="FFFFFF">
              <a:alpha val="34061"/>
            </a:srgbClr>
          </a:solidFill>
          <a:ln w="1270">
            <a:solidFill>
              <a:srgbClr val="FFFFFF">
                <a:alpha val="3406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045010" y="2565051"/>
            <a:ext cx="40262" cy="40262"/>
          </a:xfrm>
          <a:prstGeom prst="ellipse">
            <a:avLst/>
          </a:prstGeom>
          <a:solidFill>
            <a:srgbClr val="FFFFFF">
              <a:alpha val="18287"/>
            </a:srgbClr>
          </a:solidFill>
          <a:ln w="1270">
            <a:solidFill>
              <a:srgbClr val="FFFFFF">
                <a:alpha val="1828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54605" y="2824713"/>
            <a:ext cx="35098" cy="35098"/>
          </a:xfrm>
          <a:prstGeom prst="ellipse">
            <a:avLst/>
          </a:prstGeom>
          <a:solidFill>
            <a:srgbClr val="FFFFFF">
              <a:alpha val="45625"/>
            </a:srgbClr>
          </a:solidFill>
          <a:ln w="1270">
            <a:solidFill>
              <a:srgbClr val="FFFFFF">
                <a:alpha val="4562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769583" y="3372987"/>
            <a:ext cx="65579" cy="65579"/>
          </a:xfrm>
          <a:prstGeom prst="ellipse">
            <a:avLst/>
          </a:prstGeom>
          <a:solidFill>
            <a:srgbClr val="FFFFFF">
              <a:alpha val="23363"/>
            </a:srgbClr>
          </a:solidFill>
          <a:ln w="1270">
            <a:solidFill>
              <a:srgbClr val="FFFFFF">
                <a:alpha val="2336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47128" y="3635141"/>
            <a:ext cx="50111" cy="50111"/>
          </a:xfrm>
          <a:prstGeom prst="ellipse">
            <a:avLst/>
          </a:prstGeom>
          <a:solidFill>
            <a:srgbClr val="FFFFFF">
              <a:alpha val="34524"/>
            </a:srgbClr>
          </a:solidFill>
          <a:ln w="1270">
            <a:solidFill>
              <a:srgbClr val="FFFFFF">
                <a:alpha val="345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74490" y="1485771"/>
            <a:ext cx="81937" cy="81937"/>
          </a:xfrm>
          <a:prstGeom prst="ellipse">
            <a:avLst/>
          </a:prstGeom>
          <a:solidFill>
            <a:srgbClr val="FFFFFF">
              <a:alpha val="43726"/>
            </a:srgbClr>
          </a:solidFill>
          <a:ln w="1270">
            <a:solidFill>
              <a:srgbClr val="FFFFFF">
                <a:alpha val="4372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465016" y="3394666"/>
            <a:ext cx="46315" cy="46315"/>
          </a:xfrm>
          <a:prstGeom prst="ellipse">
            <a:avLst/>
          </a:prstGeom>
          <a:solidFill>
            <a:srgbClr val="FFFFFF">
              <a:alpha val="22800"/>
            </a:srgbClr>
          </a:solidFill>
          <a:ln w="1270">
            <a:solidFill>
              <a:srgbClr val="FFFFFF">
                <a:alpha val="228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723067" y="3097097"/>
            <a:ext cx="57256" cy="57256"/>
          </a:xfrm>
          <a:prstGeom prst="ellipse">
            <a:avLst/>
          </a:prstGeom>
          <a:solidFill>
            <a:srgbClr val="FFFFFF">
              <a:alpha val="41627"/>
            </a:srgbClr>
          </a:solidFill>
          <a:ln w="1270">
            <a:solidFill>
              <a:srgbClr val="FFFFFF">
                <a:alpha val="4162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692253" y="5089158"/>
            <a:ext cx="46599" cy="46599"/>
          </a:xfrm>
          <a:prstGeom prst="ellipse">
            <a:avLst/>
          </a:prstGeom>
          <a:solidFill>
            <a:srgbClr val="FFFFFF">
              <a:alpha val="30803"/>
            </a:srgbClr>
          </a:solidFill>
          <a:ln w="1270">
            <a:solidFill>
              <a:srgbClr val="FFFFFF">
                <a:alpha val="3080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124426" y="438959"/>
            <a:ext cx="70258" cy="70258"/>
          </a:xfrm>
          <a:prstGeom prst="ellipse">
            <a:avLst/>
          </a:prstGeom>
          <a:solidFill>
            <a:srgbClr val="FFFFFF">
              <a:alpha val="46742"/>
            </a:srgbClr>
          </a:solidFill>
          <a:ln w="1270">
            <a:solidFill>
              <a:srgbClr val="FFFFFF">
                <a:alpha val="4674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61204" y="286062"/>
            <a:ext cx="48518" cy="48518"/>
          </a:xfrm>
          <a:prstGeom prst="ellipse">
            <a:avLst/>
          </a:prstGeom>
          <a:solidFill>
            <a:srgbClr val="FFFFFF">
              <a:alpha val="32317"/>
            </a:srgbClr>
          </a:solidFill>
          <a:ln w="1270">
            <a:solidFill>
              <a:srgbClr val="FFFFFF">
                <a:alpha val="3231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66849" y="3516680"/>
            <a:ext cx="38263" cy="38263"/>
          </a:xfrm>
          <a:prstGeom prst="ellipse">
            <a:avLst/>
          </a:prstGeom>
          <a:solidFill>
            <a:srgbClr val="FFFFFF">
              <a:alpha val="38758"/>
            </a:srgbClr>
          </a:solidFill>
          <a:ln w="1270">
            <a:solidFill>
              <a:srgbClr val="FFFFFF">
                <a:alpha val="3875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948873" y="4667815"/>
            <a:ext cx="45610" cy="45610"/>
          </a:xfrm>
          <a:prstGeom prst="ellipse">
            <a:avLst/>
          </a:prstGeom>
          <a:solidFill>
            <a:srgbClr val="FFFFFF">
              <a:alpha val="16583"/>
            </a:srgbClr>
          </a:solidFill>
          <a:ln w="1270">
            <a:solidFill>
              <a:srgbClr val="FFFFFF">
                <a:alpha val="1658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84732" y="4045118"/>
            <a:ext cx="66385" cy="66385"/>
          </a:xfrm>
          <a:prstGeom prst="ellipse">
            <a:avLst/>
          </a:prstGeom>
          <a:solidFill>
            <a:srgbClr val="FFFFFF">
              <a:alpha val="32211"/>
            </a:srgbClr>
          </a:solidFill>
          <a:ln w="1270">
            <a:solidFill>
              <a:srgbClr val="FFFFFF">
                <a:alpha val="3221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093234" y="1447395"/>
            <a:ext cx="30636" cy="30636"/>
          </a:xfrm>
          <a:prstGeom prst="ellipse">
            <a:avLst/>
          </a:prstGeom>
          <a:solidFill>
            <a:srgbClr val="FFFFFF">
              <a:alpha val="43208"/>
            </a:srgbClr>
          </a:solidFill>
          <a:ln w="1270">
            <a:solidFill>
              <a:srgbClr val="FFFFFF">
                <a:alpha val="4320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03291" y="1360672"/>
            <a:ext cx="47863" cy="47863"/>
          </a:xfrm>
          <a:prstGeom prst="ellipse">
            <a:avLst/>
          </a:prstGeom>
          <a:solidFill>
            <a:srgbClr val="FFFFFF">
              <a:alpha val="41088"/>
            </a:srgbClr>
          </a:solidFill>
          <a:ln w="1270">
            <a:solidFill>
              <a:srgbClr val="FFFFFF">
                <a:alpha val="410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46875" y="3313223"/>
            <a:ext cx="30900" cy="30900"/>
          </a:xfrm>
          <a:prstGeom prst="ellipse">
            <a:avLst/>
          </a:prstGeom>
          <a:solidFill>
            <a:srgbClr val="FFFFFF">
              <a:alpha val="19377"/>
            </a:srgbClr>
          </a:solidFill>
          <a:ln w="1270">
            <a:solidFill>
              <a:srgbClr val="FFFFFF">
                <a:alpha val="1937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284939" y="5024533"/>
            <a:ext cx="51795" cy="51795"/>
          </a:xfrm>
          <a:prstGeom prst="ellipse">
            <a:avLst/>
          </a:prstGeom>
          <a:solidFill>
            <a:srgbClr val="FFFFFF">
              <a:alpha val="38801"/>
            </a:srgbClr>
          </a:solidFill>
          <a:ln w="1270">
            <a:solidFill>
              <a:srgbClr val="FFFFFF">
                <a:alpha val="3880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079278" y="4379678"/>
            <a:ext cx="52439" cy="52439"/>
          </a:xfrm>
          <a:prstGeom prst="ellipse">
            <a:avLst/>
          </a:prstGeom>
          <a:solidFill>
            <a:srgbClr val="FFFFFF">
              <a:alpha val="15599"/>
            </a:srgbClr>
          </a:solidFill>
          <a:ln w="1270">
            <a:solidFill>
              <a:srgbClr val="FFFFFF">
                <a:alpha val="1559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91946" y="1621443"/>
            <a:ext cx="71708" cy="71708"/>
          </a:xfrm>
          <a:prstGeom prst="ellipse">
            <a:avLst/>
          </a:prstGeom>
          <a:solidFill>
            <a:srgbClr val="FFFFFF">
              <a:alpha val="34653"/>
            </a:srgbClr>
          </a:solidFill>
          <a:ln w="1270">
            <a:solidFill>
              <a:srgbClr val="FFFFFF">
                <a:alpha val="346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020368" y="881352"/>
            <a:ext cx="34039" cy="34039"/>
          </a:xfrm>
          <a:prstGeom prst="ellipse">
            <a:avLst/>
          </a:prstGeom>
          <a:solidFill>
            <a:srgbClr val="FFFFFF">
              <a:alpha val="33388"/>
            </a:srgbClr>
          </a:solidFill>
          <a:ln w="1270">
            <a:solidFill>
              <a:srgbClr val="FFFFFF">
                <a:alpha val="333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806883" y="3282292"/>
            <a:ext cx="62871" cy="62871"/>
          </a:xfrm>
          <a:prstGeom prst="ellipse">
            <a:avLst/>
          </a:prstGeom>
          <a:solidFill>
            <a:srgbClr val="FFFFFF">
              <a:alpha val="33942"/>
            </a:srgbClr>
          </a:solidFill>
          <a:ln w="1270">
            <a:solidFill>
              <a:srgbClr val="FFFFFF">
                <a:alpha val="3394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66405" y="2621146"/>
            <a:ext cx="67314" cy="67314"/>
          </a:xfrm>
          <a:prstGeom prst="ellipse">
            <a:avLst/>
          </a:prstGeom>
          <a:solidFill>
            <a:srgbClr val="FFFFFF">
              <a:alpha val="41144"/>
            </a:srgbClr>
          </a:solidFill>
          <a:ln w="1270">
            <a:solidFill>
              <a:srgbClr val="FFFFFF">
                <a:alpha val="4114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012510" y="325512"/>
            <a:ext cx="29405" cy="29405"/>
          </a:xfrm>
          <a:prstGeom prst="ellipse">
            <a:avLst/>
          </a:prstGeom>
          <a:solidFill>
            <a:srgbClr val="FFFFFF">
              <a:alpha val="48922"/>
            </a:srgbClr>
          </a:solidFill>
          <a:ln w="1270">
            <a:solidFill>
              <a:srgbClr val="FFFFFF">
                <a:alpha val="4892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832159" y="2174165"/>
            <a:ext cx="77484" cy="77484"/>
          </a:xfrm>
          <a:prstGeom prst="ellipse">
            <a:avLst/>
          </a:prstGeom>
          <a:solidFill>
            <a:srgbClr val="FFFFFF">
              <a:alpha val="48231"/>
            </a:srgbClr>
          </a:solidFill>
          <a:ln w="1270">
            <a:solidFill>
              <a:srgbClr val="FFFFFF">
                <a:alpha val="4823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093757" y="1804743"/>
            <a:ext cx="47425" cy="47425"/>
          </a:xfrm>
          <a:prstGeom prst="ellipse">
            <a:avLst/>
          </a:prstGeom>
          <a:solidFill>
            <a:srgbClr val="FFFFFF">
              <a:alpha val="45865"/>
            </a:srgbClr>
          </a:solidFill>
          <a:ln w="1270">
            <a:solidFill>
              <a:srgbClr val="FFFFFF">
                <a:alpha val="4586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005000" y="3224293"/>
            <a:ext cx="43536" cy="43536"/>
          </a:xfrm>
          <a:prstGeom prst="ellipse">
            <a:avLst/>
          </a:prstGeom>
          <a:solidFill>
            <a:srgbClr val="FFFFFF">
              <a:alpha val="30688"/>
            </a:srgbClr>
          </a:solidFill>
          <a:ln w="1270">
            <a:solidFill>
              <a:srgbClr val="FFFFFF">
                <a:alpha val="306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31226" y="1019402"/>
            <a:ext cx="52414" cy="52414"/>
          </a:xfrm>
          <a:prstGeom prst="ellipse">
            <a:avLst/>
          </a:prstGeom>
          <a:solidFill>
            <a:srgbClr val="FFFFFF">
              <a:alpha val="32550"/>
            </a:srgbClr>
          </a:solidFill>
          <a:ln w="1270">
            <a:solidFill>
              <a:srgbClr val="FFFFFF">
                <a:alpha val="3255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8029473" y="3386528"/>
            <a:ext cx="76954" cy="76954"/>
          </a:xfrm>
          <a:prstGeom prst="ellipse">
            <a:avLst/>
          </a:prstGeom>
          <a:solidFill>
            <a:srgbClr val="FFFFFF">
              <a:alpha val="17671"/>
            </a:srgbClr>
          </a:solidFill>
          <a:ln w="1270">
            <a:solidFill>
              <a:srgbClr val="FFFFFF">
                <a:alpha val="1767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487286" y="3003110"/>
            <a:ext cx="45039" cy="45039"/>
          </a:xfrm>
          <a:prstGeom prst="ellipse">
            <a:avLst/>
          </a:prstGeom>
          <a:solidFill>
            <a:srgbClr val="FFFFFF">
              <a:alpha val="19819"/>
            </a:srgbClr>
          </a:solidFill>
          <a:ln w="1270">
            <a:solidFill>
              <a:srgbClr val="FFFFFF">
                <a:alpha val="1981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534282" y="1549089"/>
            <a:ext cx="32283" cy="32283"/>
          </a:xfrm>
          <a:prstGeom prst="ellipse">
            <a:avLst/>
          </a:prstGeom>
          <a:solidFill>
            <a:srgbClr val="FFFFFF">
              <a:alpha val="29307"/>
            </a:srgbClr>
          </a:solidFill>
          <a:ln w="1270">
            <a:solidFill>
              <a:srgbClr val="FFFFFF">
                <a:alpha val="2930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451121" y="2264024"/>
            <a:ext cx="54120" cy="54120"/>
          </a:xfrm>
          <a:prstGeom prst="ellipse">
            <a:avLst/>
          </a:prstGeom>
          <a:solidFill>
            <a:srgbClr val="FFFFFF">
              <a:alpha val="22024"/>
            </a:srgbClr>
          </a:solidFill>
          <a:ln w="1270">
            <a:solidFill>
              <a:srgbClr val="FFFFFF">
                <a:alpha val="2202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474264" y="348574"/>
            <a:ext cx="81532" cy="81532"/>
          </a:xfrm>
          <a:prstGeom prst="ellipse">
            <a:avLst/>
          </a:prstGeom>
          <a:solidFill>
            <a:srgbClr val="FFFFFF">
              <a:alpha val="37554"/>
            </a:srgbClr>
          </a:solidFill>
          <a:ln w="1270">
            <a:solidFill>
              <a:srgbClr val="FFFFFF">
                <a:alpha val="3755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039036" y="4700898"/>
            <a:ext cx="55875" cy="55875"/>
          </a:xfrm>
          <a:prstGeom prst="ellipse">
            <a:avLst/>
          </a:prstGeom>
          <a:solidFill>
            <a:srgbClr val="FFFFFF">
              <a:alpha val="38136"/>
            </a:srgbClr>
          </a:solidFill>
          <a:ln w="1270">
            <a:solidFill>
              <a:srgbClr val="FFFFFF">
                <a:alpha val="381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50334" y="4234015"/>
            <a:ext cx="43064" cy="43064"/>
          </a:xfrm>
          <a:prstGeom prst="ellipse">
            <a:avLst/>
          </a:prstGeom>
          <a:solidFill>
            <a:srgbClr val="FFFFFF">
              <a:alpha val="48541"/>
            </a:srgbClr>
          </a:solidFill>
          <a:ln w="1270">
            <a:solidFill>
              <a:srgbClr val="FFFFFF">
                <a:alpha val="4854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7487829" y="169563"/>
            <a:ext cx="66940" cy="66940"/>
          </a:xfrm>
          <a:prstGeom prst="ellipse">
            <a:avLst/>
          </a:prstGeom>
          <a:solidFill>
            <a:srgbClr val="FFFFFF">
              <a:alpha val="33766"/>
            </a:srgbClr>
          </a:solidFill>
          <a:ln w="1270">
            <a:solidFill>
              <a:srgbClr val="FFFFFF">
                <a:alpha val="3376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943871" y="3801266"/>
            <a:ext cx="76462" cy="76462"/>
          </a:xfrm>
          <a:prstGeom prst="ellipse">
            <a:avLst/>
          </a:prstGeom>
          <a:solidFill>
            <a:srgbClr val="FFFFFF">
              <a:alpha val="32271"/>
            </a:srgbClr>
          </a:solidFill>
          <a:ln w="1270">
            <a:solidFill>
              <a:srgbClr val="FFFFFF">
                <a:alpha val="3227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219016" y="4986862"/>
            <a:ext cx="73976" cy="73976"/>
          </a:xfrm>
          <a:prstGeom prst="ellipse">
            <a:avLst/>
          </a:prstGeom>
          <a:solidFill>
            <a:srgbClr val="FFFFFF">
              <a:alpha val="19336"/>
            </a:srgbClr>
          </a:solidFill>
          <a:ln w="1270">
            <a:solidFill>
              <a:srgbClr val="FFFFFF">
                <a:alpha val="193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714051" y="2387028"/>
            <a:ext cx="42664" cy="42664"/>
          </a:xfrm>
          <a:prstGeom prst="ellipse">
            <a:avLst/>
          </a:prstGeom>
          <a:solidFill>
            <a:srgbClr val="FFFFFF">
              <a:alpha val="43073"/>
            </a:srgbClr>
          </a:solidFill>
          <a:ln w="1270">
            <a:solidFill>
              <a:srgbClr val="FFFFFF">
                <a:alpha val="4307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4125519" y="1027235"/>
            <a:ext cx="46794" cy="46794"/>
          </a:xfrm>
          <a:prstGeom prst="ellipse">
            <a:avLst/>
          </a:prstGeom>
          <a:solidFill>
            <a:srgbClr val="FFFFFF">
              <a:alpha val="24191"/>
            </a:srgbClr>
          </a:solidFill>
          <a:ln w="1270">
            <a:solidFill>
              <a:srgbClr val="FFFFFF">
                <a:alpha val="24191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788039" y="4822258"/>
            <a:ext cx="34966" cy="34966"/>
          </a:xfrm>
          <a:prstGeom prst="ellipse">
            <a:avLst/>
          </a:prstGeom>
          <a:solidFill>
            <a:srgbClr val="FFFFFF">
              <a:alpha val="19867"/>
            </a:srgbClr>
          </a:solidFill>
          <a:ln w="1270">
            <a:solidFill>
              <a:srgbClr val="FFFFFF">
                <a:alpha val="1986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807802" y="2701691"/>
            <a:ext cx="63986" cy="63986"/>
          </a:xfrm>
          <a:prstGeom prst="ellipse">
            <a:avLst/>
          </a:prstGeom>
          <a:solidFill>
            <a:srgbClr val="FFFFFF">
              <a:alpha val="17923"/>
            </a:srgbClr>
          </a:solidFill>
          <a:ln w="1270">
            <a:solidFill>
              <a:srgbClr val="FFFFFF">
                <a:alpha val="1792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3044245" y="3743139"/>
            <a:ext cx="37322" cy="37322"/>
          </a:xfrm>
          <a:prstGeom prst="ellipse">
            <a:avLst/>
          </a:prstGeom>
          <a:solidFill>
            <a:srgbClr val="FFFFFF">
              <a:alpha val="49036"/>
            </a:srgbClr>
          </a:solidFill>
          <a:ln w="1270">
            <a:solidFill>
              <a:srgbClr val="FFFFFF">
                <a:alpha val="4903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990596" y="3192522"/>
            <a:ext cx="31866" cy="31866"/>
          </a:xfrm>
          <a:prstGeom prst="ellipse">
            <a:avLst/>
          </a:prstGeom>
          <a:solidFill>
            <a:srgbClr val="FFFFFF">
              <a:alpha val="40317"/>
            </a:srgbClr>
          </a:solidFill>
          <a:ln w="1270">
            <a:solidFill>
              <a:srgbClr val="FFFFFF">
                <a:alpha val="4031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81048" y="2309370"/>
            <a:ext cx="76068" cy="76068"/>
          </a:xfrm>
          <a:prstGeom prst="ellipse">
            <a:avLst/>
          </a:prstGeom>
          <a:solidFill>
            <a:srgbClr val="FFFFFF">
              <a:alpha val="33598"/>
            </a:srgbClr>
          </a:solidFill>
          <a:ln w="1270">
            <a:solidFill>
              <a:srgbClr val="FFFFFF">
                <a:alpha val="335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3526987" y="3174655"/>
            <a:ext cx="67887" cy="67887"/>
          </a:xfrm>
          <a:prstGeom prst="ellipse">
            <a:avLst/>
          </a:prstGeom>
          <a:solidFill>
            <a:srgbClr val="FFFFFF">
              <a:alpha val="44606"/>
            </a:srgbClr>
          </a:solidFill>
          <a:ln w="1270">
            <a:solidFill>
              <a:srgbClr val="FFFFFF">
                <a:alpha val="4460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877227" y="1094795"/>
            <a:ext cx="78114" cy="78114"/>
          </a:xfrm>
          <a:prstGeom prst="ellipse">
            <a:avLst/>
          </a:prstGeom>
          <a:solidFill>
            <a:srgbClr val="FFFFFF">
              <a:alpha val="47387"/>
            </a:srgbClr>
          </a:solidFill>
          <a:ln w="1270">
            <a:solidFill>
              <a:srgbClr val="FFFFFF">
                <a:alpha val="4738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512710" y="859660"/>
            <a:ext cx="65465" cy="65465"/>
          </a:xfrm>
          <a:prstGeom prst="ellipse">
            <a:avLst/>
          </a:prstGeom>
          <a:solidFill>
            <a:srgbClr val="FFFFFF">
              <a:alpha val="41358"/>
            </a:srgbClr>
          </a:solidFill>
          <a:ln w="1270">
            <a:solidFill>
              <a:srgbClr val="FFFFFF">
                <a:alpha val="4135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3259533" y="1382192"/>
            <a:ext cx="59491" cy="59491"/>
          </a:xfrm>
          <a:prstGeom prst="ellipse">
            <a:avLst/>
          </a:prstGeom>
          <a:solidFill>
            <a:srgbClr val="FFFFFF">
              <a:alpha val="25017"/>
            </a:srgbClr>
          </a:solidFill>
          <a:ln w="1270">
            <a:solidFill>
              <a:srgbClr val="FFFFFF">
                <a:alpha val="2501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2944507" y="28416"/>
            <a:ext cx="67711" cy="67711"/>
          </a:xfrm>
          <a:prstGeom prst="ellipse">
            <a:avLst/>
          </a:prstGeom>
          <a:solidFill>
            <a:srgbClr val="FFFFFF">
              <a:alpha val="11445"/>
            </a:srgbClr>
          </a:solidFill>
          <a:ln w="1270">
            <a:solidFill>
              <a:srgbClr val="FFFFFF">
                <a:alpha val="11445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235818" y="1426993"/>
            <a:ext cx="42496" cy="42496"/>
          </a:xfrm>
          <a:prstGeom prst="ellipse">
            <a:avLst/>
          </a:prstGeom>
          <a:solidFill>
            <a:srgbClr val="FFFFFF">
              <a:alpha val="33784"/>
            </a:srgbClr>
          </a:solidFill>
          <a:ln w="1270">
            <a:solidFill>
              <a:srgbClr val="FFFFFF">
                <a:alpha val="33784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081502" y="4932650"/>
            <a:ext cx="58807" cy="58807"/>
          </a:xfrm>
          <a:prstGeom prst="ellipse">
            <a:avLst/>
          </a:prstGeom>
          <a:solidFill>
            <a:srgbClr val="FFFFFF">
              <a:alpha val="19198"/>
            </a:srgbClr>
          </a:solidFill>
          <a:ln w="1270">
            <a:solidFill>
              <a:srgbClr val="FFFFFF">
                <a:alpha val="191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6989747" y="1552146"/>
            <a:ext cx="36991" cy="36991"/>
          </a:xfrm>
          <a:prstGeom prst="ellipse">
            <a:avLst/>
          </a:prstGeom>
          <a:solidFill>
            <a:srgbClr val="FFFFFF">
              <a:alpha val="17888"/>
            </a:srgbClr>
          </a:solidFill>
          <a:ln w="1270">
            <a:solidFill>
              <a:srgbClr val="FFFFFF">
                <a:alpha val="1788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1429806" y="1126119"/>
            <a:ext cx="38245" cy="38245"/>
          </a:xfrm>
          <a:prstGeom prst="ellipse">
            <a:avLst/>
          </a:prstGeom>
          <a:solidFill>
            <a:srgbClr val="FFFFFF">
              <a:alpha val="13797"/>
            </a:srgbClr>
          </a:solidFill>
          <a:ln w="1270">
            <a:solidFill>
              <a:srgbClr val="FFFFFF">
                <a:alpha val="1379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260408" y="2179389"/>
            <a:ext cx="44778" cy="44778"/>
          </a:xfrm>
          <a:prstGeom prst="ellipse">
            <a:avLst/>
          </a:prstGeom>
          <a:solidFill>
            <a:srgbClr val="FFFFFF">
              <a:alpha val="21016"/>
            </a:srgbClr>
          </a:solidFill>
          <a:ln w="1270">
            <a:solidFill>
              <a:srgbClr val="FFFFFF">
                <a:alpha val="21016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96879" y="355393"/>
            <a:ext cx="70161" cy="70161"/>
          </a:xfrm>
          <a:prstGeom prst="ellipse">
            <a:avLst/>
          </a:prstGeom>
          <a:solidFill>
            <a:srgbClr val="FFFFFF">
              <a:alpha val="48718"/>
            </a:srgbClr>
          </a:solidFill>
          <a:ln w="1270">
            <a:solidFill>
              <a:srgbClr val="FFFFFF">
                <a:alpha val="4871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678661" y="1622430"/>
            <a:ext cx="35833" cy="35833"/>
          </a:xfrm>
          <a:prstGeom prst="ellipse">
            <a:avLst/>
          </a:prstGeom>
          <a:solidFill>
            <a:srgbClr val="FFFFFF">
              <a:alpha val="10827"/>
            </a:srgbClr>
          </a:solidFill>
          <a:ln w="1270">
            <a:solidFill>
              <a:srgbClr val="FFFFFF">
                <a:alpha val="1082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446516" y="4110874"/>
            <a:ext cx="72100" cy="72100"/>
          </a:xfrm>
          <a:prstGeom prst="ellipse">
            <a:avLst/>
          </a:prstGeom>
          <a:solidFill>
            <a:srgbClr val="FFFFFF">
              <a:alpha val="24842"/>
            </a:srgbClr>
          </a:solidFill>
          <a:ln w="1270">
            <a:solidFill>
              <a:srgbClr val="FFFFFF">
                <a:alpha val="24842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318294" y="3317674"/>
            <a:ext cx="49127" cy="49127"/>
          </a:xfrm>
          <a:prstGeom prst="ellipse">
            <a:avLst/>
          </a:prstGeom>
          <a:solidFill>
            <a:srgbClr val="FFFFFF">
              <a:alpha val="37998"/>
            </a:srgbClr>
          </a:solidFill>
          <a:ln w="1270">
            <a:solidFill>
              <a:srgbClr val="FFFFFF">
                <a:alpha val="3799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689348" y="1266837"/>
            <a:ext cx="44829" cy="44829"/>
          </a:xfrm>
          <a:prstGeom prst="ellipse">
            <a:avLst/>
          </a:prstGeom>
          <a:solidFill>
            <a:srgbClr val="FFFFFF">
              <a:alpha val="21433"/>
            </a:srgbClr>
          </a:solidFill>
          <a:ln w="1270">
            <a:solidFill>
              <a:srgbClr val="FFFFFF">
                <a:alpha val="2143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6422618" y="1731381"/>
            <a:ext cx="72477" cy="72477"/>
          </a:xfrm>
          <a:prstGeom prst="ellipse">
            <a:avLst/>
          </a:prstGeom>
          <a:solidFill>
            <a:srgbClr val="FFFFFF">
              <a:alpha val="15793"/>
            </a:srgbClr>
          </a:solidFill>
          <a:ln w="1270">
            <a:solidFill>
              <a:srgbClr val="FFFFFF">
                <a:alpha val="1579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5354" y="2516294"/>
            <a:ext cx="52880" cy="52880"/>
          </a:xfrm>
          <a:prstGeom prst="ellipse">
            <a:avLst/>
          </a:prstGeom>
          <a:solidFill>
            <a:srgbClr val="FFFFFF">
              <a:alpha val="29499"/>
            </a:srgbClr>
          </a:solidFill>
          <a:ln w="1270">
            <a:solidFill>
              <a:srgbClr val="FFFFFF">
                <a:alpha val="29499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326118" y="3341760"/>
            <a:ext cx="66942" cy="66942"/>
          </a:xfrm>
          <a:prstGeom prst="ellipse">
            <a:avLst/>
          </a:prstGeom>
          <a:solidFill>
            <a:srgbClr val="FFFFFF">
              <a:alpha val="18253"/>
            </a:srgbClr>
          </a:solidFill>
          <a:ln w="1270">
            <a:solidFill>
              <a:srgbClr val="FFFFFF">
                <a:alpha val="18253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7474024" y="4563111"/>
            <a:ext cx="82110" cy="82110"/>
          </a:xfrm>
          <a:prstGeom prst="ellipse">
            <a:avLst/>
          </a:prstGeom>
          <a:solidFill>
            <a:srgbClr val="FFFFFF">
              <a:alpha val="49540"/>
            </a:srgbClr>
          </a:solidFill>
          <a:ln w="1270">
            <a:solidFill>
              <a:srgbClr val="FFFFFF">
                <a:alpha val="4954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7278838" y="3419823"/>
            <a:ext cx="79323" cy="79323"/>
          </a:xfrm>
          <a:prstGeom prst="ellipse">
            <a:avLst/>
          </a:prstGeom>
          <a:solidFill>
            <a:srgbClr val="FFFFFF">
              <a:alpha val="38637"/>
            </a:srgbClr>
          </a:solidFill>
          <a:ln w="1270">
            <a:solidFill>
              <a:srgbClr val="FFFFFF">
                <a:alpha val="38637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5854444" y="2289179"/>
            <a:ext cx="28577" cy="28577"/>
          </a:xfrm>
          <a:prstGeom prst="ellipse">
            <a:avLst/>
          </a:prstGeom>
          <a:solidFill>
            <a:srgbClr val="FFFFFF">
              <a:alpha val="13128"/>
            </a:srgbClr>
          </a:solidFill>
          <a:ln w="1270">
            <a:solidFill>
              <a:srgbClr val="FFFFFF">
                <a:alpha val="13128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7498080" y="91440"/>
            <a:ext cx="914400" cy="914400"/>
          </a:xfrm>
          <a:prstGeom prst="ellipse">
            <a:avLst/>
          </a:prstGeom>
          <a:solidFill>
            <a:srgbClr val="E8C96A"/>
          </a:solidFill>
          <a:ln w="12700">
            <a:solidFill>
              <a:srgbClr val="E8C96A"/>
            </a:solidFill>
            <a:prstDash val="solid"/>
          </a:ln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3" name="Shape 71"/>
          <p:cNvSpPr/>
          <p:nvPr/>
        </p:nvSpPr>
        <p:spPr>
          <a:xfrm>
            <a:off x="914400" y="1371600"/>
            <a:ext cx="384048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1298448" y="1207008"/>
            <a:ext cx="384048" cy="164592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1920240" y="1097280"/>
            <a:ext cx="288036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2208276" y="973836"/>
            <a:ext cx="288036" cy="123444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2926080" y="1463040"/>
            <a:ext cx="352044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3278124" y="1312164"/>
            <a:ext cx="352044" cy="150876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7"/>
          <p:cNvSpPr/>
          <p:nvPr/>
        </p:nvSpPr>
        <p:spPr>
          <a:xfrm>
            <a:off x="4114800" y="914400"/>
            <a:ext cx="256032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4370832" y="804672"/>
            <a:ext cx="256032" cy="109728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4846320" y="1188720"/>
            <a:ext cx="320040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5166360" y="1051560"/>
            <a:ext cx="320040" cy="13716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6217920" y="822960"/>
            <a:ext cx="224028" cy="0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6441948" y="726948"/>
            <a:ext cx="224028" cy="96012"/>
          </a:xfrm>
          <a:prstGeom prst="line">
            <a:avLst/>
          </a:prstGeom>
          <a:noFill/>
          <a:ln w="19050">
            <a:solidFill>
              <a:srgbClr val="7FB3D3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83"/>
          <p:cNvSpPr/>
          <p:nvPr/>
        </p:nvSpPr>
        <p:spPr>
          <a:xfrm>
            <a:off x="0" y="1645920"/>
            <a:ext cx="9144000" cy="2286000"/>
          </a:xfrm>
          <a:prstGeom prst="rect">
            <a:avLst/>
          </a:prstGeom>
          <a:solidFill>
            <a:srgbClr val="0F2240">
              <a:alpha val="75000"/>
            </a:srgbClr>
          </a:solidFill>
          <a:ln w="6350">
            <a:solidFill>
              <a:srgbClr val="1E3E6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E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87" name="Text 85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철새처럼 자유롭게 — AI와 함께 배우다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2743200" y="3246120"/>
            <a:ext cx="3657600" cy="0"/>
          </a:xfrm>
          <a:prstGeom prst="line">
            <a:avLst/>
          </a:prstGeom>
          <a:noFill/>
          <a:ln w="6350">
            <a:solidFill>
              <a:srgbClr val="E8B84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7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AABB"/>
                </a:solidFill>
              </a:rPr>
              <a:t>🌐  HTML 단일 파일    🤖  Gemini 2.5 Flash    🆓  무료 API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800" dirty="0">
                <a:solidFill>
                  <a:srgbClr val="E8B84B"/>
                </a:solidFill>
              </a:rPr>
              <a:t>Q &amp; 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527</Words>
  <Application>Microsoft Macintosh PowerPoint</Application>
  <PresentationFormat>화면 슬라이드 쇼(16:9)</PresentationFormat>
  <Paragraphs>169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철새의 여정 — AI 챗봇 프로젝트</dc:title>
  <dc:subject>PptxGenJS Presentation</dc:subject>
  <dc:creator>PptxGenJS</dc:creator>
  <cp:lastModifiedBy>강 민재</cp:lastModifiedBy>
  <cp:revision>2</cp:revision>
  <dcterms:created xsi:type="dcterms:W3CDTF">2026-06-01T03:47:34Z</dcterms:created>
  <dcterms:modified xsi:type="dcterms:W3CDTF">2026-06-01T07:43:23Z</dcterms:modified>
</cp:coreProperties>
</file>